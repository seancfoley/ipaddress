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1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8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4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8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6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3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38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6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6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2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53CF9-C767-4936-92E6-BD864E96BA87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D4BEA-7B55-49A3-9A91-145246EEC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3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14388" y="1750142"/>
            <a:ext cx="10653712" cy="2717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 Address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956954" y="2359742"/>
            <a:ext cx="10348914" cy="195508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Section  </a:t>
            </a:r>
            <a:r>
              <a:rPr lang="en-US" sz="3200" dirty="0"/>
              <a:t> </a:t>
            </a:r>
          </a:p>
          <a:p>
            <a:pPr algn="ctr"/>
            <a:r>
              <a:rPr lang="en-US" sz="3200" dirty="0"/>
              <a:t>                      </a:t>
            </a:r>
            <a:r>
              <a:rPr lang="en-US" sz="5400" dirty="0"/>
              <a:t>…</a:t>
            </a:r>
            <a:r>
              <a:rPr lang="en-US" sz="3200" dirty="0"/>
              <a:t>                   </a:t>
            </a:r>
            <a:r>
              <a:rPr lang="en-US" sz="5400" dirty="0"/>
              <a:t>…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type="title"/>
          </p:nvPr>
        </p:nvSpPr>
        <p:spPr>
          <a:xfrm>
            <a:off x="952500" y="4667969"/>
            <a:ext cx="10515600" cy="1823319"/>
          </a:xfrm>
        </p:spPr>
        <p:txBody>
          <a:bodyPr>
            <a:normAutofit/>
          </a:bodyPr>
          <a:lstStyle/>
          <a:p>
            <a:r>
              <a:rPr lang="en-US" sz="2000" dirty="0"/>
              <a:t>Examples </a:t>
            </a:r>
            <a:br>
              <a:rPr lang="en-US" sz="2000" dirty="0"/>
            </a:br>
            <a:r>
              <a:rPr lang="en-US" sz="2000" dirty="0"/>
              <a:t>IPv4: 0.0.255.255</a:t>
            </a:r>
            <a:br>
              <a:rPr lang="en-US" sz="2000" dirty="0"/>
            </a:br>
            <a:r>
              <a:rPr lang="en-US" sz="2000" dirty="0"/>
              <a:t>IPv6: fe80:0:0:0:204:61ff:aaab:bbbb</a:t>
            </a:r>
            <a:br>
              <a:rPr lang="en-US" sz="2000" dirty="0"/>
            </a:br>
            <a:r>
              <a:rPr lang="en-US" sz="2000" dirty="0"/>
              <a:t>MAC: aa-bb-cc-</a:t>
            </a:r>
            <a:r>
              <a:rPr lang="en-US" sz="2000" dirty="0" err="1"/>
              <a:t>dd</a:t>
            </a:r>
            <a:r>
              <a:rPr lang="en-US" sz="2000" dirty="0"/>
              <a:t>-</a:t>
            </a:r>
            <a:r>
              <a:rPr lang="en-US" sz="2000" dirty="0" err="1"/>
              <a:t>ee-ff</a:t>
            </a:r>
            <a:endParaRPr lang="en-US" sz="2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547812" y="914399"/>
            <a:ext cx="8123726" cy="635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Segments are equal length, each an exact number of bytes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0691" y="3019426"/>
            <a:ext cx="2090738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Segment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1364" y="3019426"/>
            <a:ext cx="2090738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Segment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8275" y="3019426"/>
            <a:ext cx="2090738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Segment 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2037" y="3019426"/>
            <a:ext cx="2090738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Segment 0</a:t>
            </a:r>
          </a:p>
        </p:txBody>
      </p:sp>
    </p:spTree>
    <p:extLst>
      <p:ext uri="{BB962C8B-B14F-4D97-AF65-F5344CB8AC3E}">
        <p14:creationId xmlns:p14="http://schemas.microsoft.com/office/powerpoint/2010/main" val="286820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577629" y="1219064"/>
            <a:ext cx="8629857" cy="6350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Sections have a variable number of segments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8537" y="2306230"/>
            <a:ext cx="9072183" cy="1828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Section</a:t>
            </a:r>
            <a:r>
              <a:rPr lang="en-US" sz="3200" dirty="0"/>
              <a:t>   </a:t>
            </a:r>
          </a:p>
          <a:p>
            <a:pPr algn="ctr"/>
            <a:r>
              <a:rPr lang="en-US" sz="3200" dirty="0"/>
              <a:t>                       </a:t>
            </a:r>
            <a:r>
              <a:rPr lang="en-US" sz="5400" dirty="0"/>
              <a:t>…</a:t>
            </a:r>
          </a:p>
          <a:p>
            <a:pPr algn="ctr"/>
            <a:r>
              <a:rPr lang="en-US" sz="5400" dirty="0"/>
              <a:t>             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300" y="2965978"/>
            <a:ext cx="1828800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Segment 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85431" y="2965978"/>
            <a:ext cx="1828800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Segment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A18F34-F7C2-1341-7693-48B4EB32A7D7}"/>
              </a:ext>
            </a:extLst>
          </p:cNvPr>
          <p:cNvSpPr/>
          <p:nvPr/>
        </p:nvSpPr>
        <p:spPr>
          <a:xfrm>
            <a:off x="4063757" y="2965978"/>
            <a:ext cx="1828800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Segment 2</a:t>
            </a:r>
          </a:p>
        </p:txBody>
      </p:sp>
    </p:spTree>
    <p:extLst>
      <p:ext uri="{BB962C8B-B14F-4D97-AF65-F5344CB8AC3E}">
        <p14:creationId xmlns:p14="http://schemas.microsoft.com/office/powerpoint/2010/main" val="976708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00" y="1945543"/>
            <a:ext cx="10311702" cy="18288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Division Grouping  </a:t>
            </a:r>
          </a:p>
          <a:p>
            <a:pPr algn="ctr"/>
            <a:r>
              <a:rPr lang="en-US" sz="3200" dirty="0"/>
              <a:t>                                      </a:t>
            </a:r>
            <a:r>
              <a:rPr lang="en-US" sz="5400" dirty="0"/>
              <a:t>…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type="title"/>
          </p:nvPr>
        </p:nvSpPr>
        <p:spPr>
          <a:xfrm>
            <a:off x="952500" y="4647499"/>
            <a:ext cx="10515600" cy="1313646"/>
          </a:xfrm>
        </p:spPr>
        <p:txBody>
          <a:bodyPr>
            <a:normAutofit/>
          </a:bodyPr>
          <a:lstStyle/>
          <a:p>
            <a:r>
              <a:rPr lang="en-US" sz="2000" dirty="0"/>
              <a:t>Examples </a:t>
            </a:r>
            <a:br>
              <a:rPr lang="en-US" sz="2000" dirty="0"/>
            </a:br>
            <a:r>
              <a:rPr lang="en-US" sz="2000" dirty="0"/>
              <a:t>IPv4: 0.0.65535</a:t>
            </a:r>
            <a:br>
              <a:rPr lang="en-US" sz="2000" dirty="0"/>
            </a:br>
            <a:r>
              <a:rPr lang="en-US" sz="2000" dirty="0"/>
              <a:t>IPv6 with IPv4 embedded: fe80:0:0:0:204:61ff:254.157.241.86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38325" y="577118"/>
            <a:ext cx="10515600" cy="987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Addresses can be split into sections or reconstituted into division groupings.</a:t>
            </a:r>
          </a:p>
          <a:p>
            <a:pPr marL="0" indent="0">
              <a:buNone/>
            </a:pPr>
            <a:r>
              <a:rPr lang="en-US" sz="2400" dirty="0"/>
              <a:t>Divisions need not be equal length nor start and end on byte boundaries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86185" y="2605227"/>
            <a:ext cx="1604643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Division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1478" y="2605227"/>
            <a:ext cx="2743738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Division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71937" y="2605227"/>
            <a:ext cx="2736594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Division 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3469" y="2605227"/>
            <a:ext cx="1697040" cy="9144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Division 0</a:t>
            </a:r>
          </a:p>
        </p:txBody>
      </p:sp>
    </p:spTree>
    <p:extLst>
      <p:ext uri="{BB962C8B-B14F-4D97-AF65-F5344CB8AC3E}">
        <p14:creationId xmlns:p14="http://schemas.microsoft.com/office/powerpoint/2010/main" val="48870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Rectangle 988">
            <a:extLst>
              <a:ext uri="{FF2B5EF4-FFF2-40B4-BE49-F238E27FC236}">
                <a16:creationId xmlns:a16="http://schemas.microsoft.com/office/drawing/2014/main" id="{39D07341-CE14-4A08-9C5D-34B37C428DB7}"/>
              </a:ext>
            </a:extLst>
          </p:cNvPr>
          <p:cNvSpPr/>
          <p:nvPr/>
        </p:nvSpPr>
        <p:spPr>
          <a:xfrm>
            <a:off x="8550830" y="211873"/>
            <a:ext cx="3641167" cy="664612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Divisions and Segments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4B120AB6-D9E2-4F6D-9FCD-7A302C17DB0C}"/>
              </a:ext>
            </a:extLst>
          </p:cNvPr>
          <p:cNvSpPr/>
          <p:nvPr/>
        </p:nvSpPr>
        <p:spPr>
          <a:xfrm>
            <a:off x="0" y="2067477"/>
            <a:ext cx="2204921" cy="479052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Addresses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5A632711-30E7-4809-A4C8-11B52F876B55}"/>
              </a:ext>
            </a:extLst>
          </p:cNvPr>
          <p:cNvSpPr/>
          <p:nvPr/>
        </p:nvSpPr>
        <p:spPr>
          <a:xfrm>
            <a:off x="2279609" y="1309702"/>
            <a:ext cx="6192722" cy="554829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Division and Segment Groupings  </a:t>
            </a:r>
          </a:p>
          <a:p>
            <a:pPr algn="ctr"/>
            <a:r>
              <a:rPr lang="en-US" sz="3200" dirty="0"/>
              <a:t>                                      </a:t>
            </a:r>
            <a:endParaRPr lang="en-US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C4EBAB-F2F4-4FF4-9299-5690A07D160D}"/>
              </a:ext>
            </a:extLst>
          </p:cNvPr>
          <p:cNvSpPr/>
          <p:nvPr/>
        </p:nvSpPr>
        <p:spPr>
          <a:xfrm>
            <a:off x="5992946" y="212303"/>
            <a:ext cx="1735510" cy="62029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AddressItem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EAE38C-6C32-4333-A7CB-D5A7B2BF2BB7}"/>
              </a:ext>
            </a:extLst>
          </p:cNvPr>
          <p:cNvSpPr/>
          <p:nvPr/>
        </p:nvSpPr>
        <p:spPr>
          <a:xfrm>
            <a:off x="3282496" y="526769"/>
            <a:ext cx="2093844" cy="5973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AddressComponent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0033DD-6AB0-4959-87F8-22895C9C390A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H="1" flipV="1">
            <a:off x="10759083" y="1504069"/>
            <a:ext cx="212637" cy="21218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829E70B-F0F4-4E9B-9454-0BC286ED4E51}"/>
              </a:ext>
            </a:extLst>
          </p:cNvPr>
          <p:cNvSpPr/>
          <p:nvPr/>
        </p:nvSpPr>
        <p:spPr>
          <a:xfrm>
            <a:off x="8684515" y="2283792"/>
            <a:ext cx="1849373" cy="5496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AddressSegment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64B604-B973-41C6-B03F-AC1FB8175B41}"/>
              </a:ext>
            </a:extLst>
          </p:cNvPr>
          <p:cNvSpPr/>
          <p:nvPr/>
        </p:nvSpPr>
        <p:spPr>
          <a:xfrm>
            <a:off x="4101699" y="2607962"/>
            <a:ext cx="1647165" cy="55151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AddressSection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8B012A-FDC8-448F-BFD7-A8E55C6E3F23}"/>
              </a:ext>
            </a:extLst>
          </p:cNvPr>
          <p:cNvSpPr/>
          <p:nvPr/>
        </p:nvSpPr>
        <p:spPr>
          <a:xfrm>
            <a:off x="5616298" y="1755829"/>
            <a:ext cx="2253273" cy="57822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AddressDivisionSeries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BA8225-4722-4A79-85E1-1F035BB5A508}"/>
              </a:ext>
            </a:extLst>
          </p:cNvPr>
          <p:cNvSpPr/>
          <p:nvPr/>
        </p:nvSpPr>
        <p:spPr>
          <a:xfrm>
            <a:off x="10096057" y="1716249"/>
            <a:ext cx="1751325" cy="51005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AddressDivision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6DB21C-3596-4657-85A4-B221A23576AC}"/>
              </a:ext>
            </a:extLst>
          </p:cNvPr>
          <p:cNvSpPr/>
          <p:nvPr/>
        </p:nvSpPr>
        <p:spPr>
          <a:xfrm>
            <a:off x="9655435" y="882789"/>
            <a:ext cx="2207296" cy="62128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AddressDivisionBase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A2D40D-08C0-487A-B333-D8337F47B440}"/>
              </a:ext>
            </a:extLst>
          </p:cNvPr>
          <p:cNvCxnSpPr>
            <a:cxnSpLocks/>
            <a:stCxn id="16" idx="1"/>
            <a:endCxn id="4" idx="3"/>
          </p:cNvCxnSpPr>
          <p:nvPr/>
        </p:nvCxnSpPr>
        <p:spPr>
          <a:xfrm flipH="1" flipV="1">
            <a:off x="7728456" y="522449"/>
            <a:ext cx="1926979" cy="67098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910D045-EACD-4F8E-A47A-23078AB4CA80}"/>
              </a:ext>
            </a:extLst>
          </p:cNvPr>
          <p:cNvSpPr/>
          <p:nvPr/>
        </p:nvSpPr>
        <p:spPr>
          <a:xfrm>
            <a:off x="2574727" y="1774594"/>
            <a:ext cx="2336915" cy="55151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AddressSegmentSeries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F514479-567B-4354-B4EA-409DF2A04DAB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5376340" y="522449"/>
            <a:ext cx="616606" cy="30297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396E38-50D4-440E-A45D-856B80136DEA}"/>
              </a:ext>
            </a:extLst>
          </p:cNvPr>
          <p:cNvCxnSpPr>
            <a:cxnSpLocks/>
            <a:stCxn id="11" idx="0"/>
            <a:endCxn id="6" idx="3"/>
          </p:cNvCxnSpPr>
          <p:nvPr/>
        </p:nvCxnSpPr>
        <p:spPr>
          <a:xfrm flipH="1" flipV="1">
            <a:off x="5376340" y="825426"/>
            <a:ext cx="4232862" cy="145836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F1E1EE-713E-4639-81B6-FDF25730B5C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799832" y="1124083"/>
            <a:ext cx="529586" cy="70752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22E8DBC0-3A98-4825-B618-52C4AA0531B9}"/>
              </a:ext>
            </a:extLst>
          </p:cNvPr>
          <p:cNvSpPr/>
          <p:nvPr/>
        </p:nvSpPr>
        <p:spPr>
          <a:xfrm>
            <a:off x="10141382" y="3020153"/>
            <a:ext cx="1842808" cy="5392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IPAddressDivision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B805FC8-4D00-4EAA-87B9-C74DE6D9AB64}"/>
              </a:ext>
            </a:extLst>
          </p:cNvPr>
          <p:cNvSpPr/>
          <p:nvPr/>
        </p:nvSpPr>
        <p:spPr>
          <a:xfrm>
            <a:off x="10096057" y="3895042"/>
            <a:ext cx="1925855" cy="53025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IPAddressSegment</a:t>
            </a:r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5E357AF-D684-4749-AA05-459CFD168CDF}"/>
              </a:ext>
            </a:extLst>
          </p:cNvPr>
          <p:cNvSpPr/>
          <p:nvPr/>
        </p:nvSpPr>
        <p:spPr>
          <a:xfrm>
            <a:off x="8599320" y="4586665"/>
            <a:ext cx="2281104" cy="54534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MACAddressSegment</a:t>
            </a:r>
            <a:endParaRPr lang="en-US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5A849AE-738A-4596-9F2F-BF18975E4907}"/>
              </a:ext>
            </a:extLst>
          </p:cNvPr>
          <p:cNvCxnSpPr>
            <a:cxnSpLocks/>
            <a:stCxn id="55" idx="0"/>
            <a:endCxn id="15" idx="2"/>
          </p:cNvCxnSpPr>
          <p:nvPr/>
        </p:nvCxnSpPr>
        <p:spPr>
          <a:xfrm flipH="1" flipV="1">
            <a:off x="10971720" y="2226300"/>
            <a:ext cx="91066" cy="79385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E87848D-4491-41A8-B725-FB8E2BC054D5}"/>
              </a:ext>
            </a:extLst>
          </p:cNvPr>
          <p:cNvCxnSpPr>
            <a:cxnSpLocks/>
            <a:stCxn id="56" idx="0"/>
            <a:endCxn id="55" idx="2"/>
          </p:cNvCxnSpPr>
          <p:nvPr/>
        </p:nvCxnSpPr>
        <p:spPr>
          <a:xfrm flipV="1">
            <a:off x="11058985" y="3559444"/>
            <a:ext cx="3801" cy="33559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D2BC460-888C-4520-B744-5407810F2EC3}"/>
              </a:ext>
            </a:extLst>
          </p:cNvPr>
          <p:cNvCxnSpPr>
            <a:cxnSpLocks/>
            <a:stCxn id="56" idx="1"/>
            <a:endCxn id="11" idx="2"/>
          </p:cNvCxnSpPr>
          <p:nvPr/>
        </p:nvCxnSpPr>
        <p:spPr>
          <a:xfrm flipH="1" flipV="1">
            <a:off x="9609202" y="2833436"/>
            <a:ext cx="486855" cy="132673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AC1BE2DC-E74E-4E56-95BF-E715FCBE5692}"/>
              </a:ext>
            </a:extLst>
          </p:cNvPr>
          <p:cNvSpPr/>
          <p:nvPr/>
        </p:nvSpPr>
        <p:spPr>
          <a:xfrm>
            <a:off x="8715399" y="5402632"/>
            <a:ext cx="2164505" cy="52252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IPv4AddressSegment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A156804-FC18-4495-8F0E-9B4C99E1E83A}"/>
              </a:ext>
            </a:extLst>
          </p:cNvPr>
          <p:cNvSpPr/>
          <p:nvPr/>
        </p:nvSpPr>
        <p:spPr>
          <a:xfrm>
            <a:off x="9976452" y="6090389"/>
            <a:ext cx="2164505" cy="5504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IPv6AddressSegment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5B9F37A-F315-4F48-88C4-2E08786B1920}"/>
              </a:ext>
            </a:extLst>
          </p:cNvPr>
          <p:cNvCxnSpPr>
            <a:cxnSpLocks/>
            <a:stCxn id="79" idx="0"/>
            <a:endCxn id="56" idx="2"/>
          </p:cNvCxnSpPr>
          <p:nvPr/>
        </p:nvCxnSpPr>
        <p:spPr>
          <a:xfrm flipV="1">
            <a:off x="11058705" y="4425295"/>
            <a:ext cx="280" cy="166509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1140566-FE28-48C0-98F0-2ABEA001066F}"/>
              </a:ext>
            </a:extLst>
          </p:cNvPr>
          <p:cNvCxnSpPr>
            <a:cxnSpLocks/>
            <a:stCxn id="78" idx="3"/>
            <a:endCxn id="56" idx="2"/>
          </p:cNvCxnSpPr>
          <p:nvPr/>
        </p:nvCxnSpPr>
        <p:spPr>
          <a:xfrm flipV="1">
            <a:off x="10879904" y="4425295"/>
            <a:ext cx="179081" cy="123859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D5B6FD2-35A7-454E-A7C2-C28DD0EC61B7}"/>
              </a:ext>
            </a:extLst>
          </p:cNvPr>
          <p:cNvCxnSpPr>
            <a:cxnSpLocks/>
            <a:stCxn id="57" idx="0"/>
            <a:endCxn id="11" idx="2"/>
          </p:cNvCxnSpPr>
          <p:nvPr/>
        </p:nvCxnSpPr>
        <p:spPr>
          <a:xfrm flipH="1" flipV="1">
            <a:off x="9609202" y="2833436"/>
            <a:ext cx="130670" cy="175322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BDA4C31-8C83-43E0-8D77-98D7B90A0B67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11847382" y="1971275"/>
            <a:ext cx="231700" cy="593488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34EE187-876C-4DA4-A7AF-26C6DDC8DA0D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11984190" y="3289799"/>
            <a:ext cx="156766" cy="583968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4921850D-2E62-48B0-B56F-F1FBC8D914C4}"/>
              </a:ext>
            </a:extLst>
          </p:cNvPr>
          <p:cNvCxnSpPr>
            <a:cxnSpLocks/>
            <a:stCxn id="12" idx="1"/>
            <a:endCxn id="25" idx="2"/>
          </p:cNvCxnSpPr>
          <p:nvPr/>
        </p:nvCxnSpPr>
        <p:spPr>
          <a:xfrm flipH="1" flipV="1">
            <a:off x="3743185" y="2326105"/>
            <a:ext cx="358514" cy="55761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6FB5D35-26FB-42CD-B70D-DD3BAA1A36C7}"/>
              </a:ext>
            </a:extLst>
          </p:cNvPr>
          <p:cNvSpPr/>
          <p:nvPr/>
        </p:nvSpPr>
        <p:spPr>
          <a:xfrm>
            <a:off x="883752" y="2480138"/>
            <a:ext cx="1270754" cy="5515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593337-FE21-4045-95F0-C3C70BD8792B}"/>
              </a:ext>
            </a:extLst>
          </p:cNvPr>
          <p:cNvCxnSpPr>
            <a:cxnSpLocks/>
            <a:stCxn id="127" idx="0"/>
            <a:endCxn id="25" idx="1"/>
          </p:cNvCxnSpPr>
          <p:nvPr/>
        </p:nvCxnSpPr>
        <p:spPr>
          <a:xfrm flipV="1">
            <a:off x="1519129" y="2050350"/>
            <a:ext cx="1055598" cy="42978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5A16C2F-FC7F-474C-A778-5245A823882E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flipV="1">
            <a:off x="6742935" y="832595"/>
            <a:ext cx="117766" cy="92323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11EF378-1A23-4CB8-B084-DB47BBCB82F7}"/>
              </a:ext>
            </a:extLst>
          </p:cNvPr>
          <p:cNvSpPr/>
          <p:nvPr/>
        </p:nvSpPr>
        <p:spPr>
          <a:xfrm>
            <a:off x="5905630" y="2770969"/>
            <a:ext cx="2524161" cy="57822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AddressDivisionGrouping</a:t>
            </a:r>
            <a:endParaRPr lang="en-US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C3BB0C3-0F9E-4A91-9F79-B8D0968FB1B3}"/>
              </a:ext>
            </a:extLst>
          </p:cNvPr>
          <p:cNvSpPr/>
          <p:nvPr/>
        </p:nvSpPr>
        <p:spPr>
          <a:xfrm>
            <a:off x="5743999" y="3666422"/>
            <a:ext cx="2697933" cy="54781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IPAddressDivisionGrouping</a:t>
            </a:r>
            <a:endParaRPr lang="en-US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7DEBF9F0-51D0-4D77-9FAA-8A9E0E95523A}"/>
              </a:ext>
            </a:extLst>
          </p:cNvPr>
          <p:cNvCxnSpPr>
            <a:cxnSpLocks/>
            <a:stCxn id="136" idx="0"/>
            <a:endCxn id="13" idx="2"/>
          </p:cNvCxnSpPr>
          <p:nvPr/>
        </p:nvCxnSpPr>
        <p:spPr>
          <a:xfrm flipH="1" flipV="1">
            <a:off x="6742935" y="2334057"/>
            <a:ext cx="424776" cy="43691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C767E9A4-6952-4863-9835-2967F43D2EEC}"/>
              </a:ext>
            </a:extLst>
          </p:cNvPr>
          <p:cNvCxnSpPr>
            <a:cxnSpLocks/>
            <a:stCxn id="137" idx="0"/>
            <a:endCxn id="136" idx="2"/>
          </p:cNvCxnSpPr>
          <p:nvPr/>
        </p:nvCxnSpPr>
        <p:spPr>
          <a:xfrm flipV="1">
            <a:off x="7092966" y="3349197"/>
            <a:ext cx="74745" cy="31722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4C622AC-3816-4C40-99C0-6ABC2785301F}"/>
              </a:ext>
            </a:extLst>
          </p:cNvPr>
          <p:cNvSpPr/>
          <p:nvPr/>
        </p:nvSpPr>
        <p:spPr>
          <a:xfrm>
            <a:off x="6244965" y="4817327"/>
            <a:ext cx="1813510" cy="62937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IPAddressSection</a:t>
            </a:r>
            <a:endParaRPr lang="en-US" dirty="0"/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5EF180E-3D7F-4D62-87E2-D896B6B8F801}"/>
              </a:ext>
            </a:extLst>
          </p:cNvPr>
          <p:cNvCxnSpPr>
            <a:cxnSpLocks/>
            <a:stCxn id="189" idx="0"/>
            <a:endCxn id="137" idx="2"/>
          </p:cNvCxnSpPr>
          <p:nvPr/>
        </p:nvCxnSpPr>
        <p:spPr>
          <a:xfrm flipH="1" flipV="1">
            <a:off x="7092966" y="4214233"/>
            <a:ext cx="58754" cy="60309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1B024E3F-6B5F-4ADC-850B-99B7937B8E7E}"/>
              </a:ext>
            </a:extLst>
          </p:cNvPr>
          <p:cNvSpPr/>
          <p:nvPr/>
        </p:nvSpPr>
        <p:spPr>
          <a:xfrm>
            <a:off x="3881540" y="5098210"/>
            <a:ext cx="2105563" cy="55570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MACAddressSection</a:t>
            </a:r>
            <a:endParaRPr lang="en-US" dirty="0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F7C3E6DE-62FB-4054-9E50-439CE1D03695}"/>
              </a:ext>
            </a:extLst>
          </p:cNvPr>
          <p:cNvCxnSpPr>
            <a:cxnSpLocks/>
            <a:stCxn id="203" idx="0"/>
            <a:endCxn id="136" idx="1"/>
          </p:cNvCxnSpPr>
          <p:nvPr/>
        </p:nvCxnSpPr>
        <p:spPr>
          <a:xfrm flipV="1">
            <a:off x="4934322" y="3060083"/>
            <a:ext cx="971308" cy="203812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87D2B145-64E2-4DA4-A3A0-615976E9EE9F}"/>
              </a:ext>
            </a:extLst>
          </p:cNvPr>
          <p:cNvCxnSpPr>
            <a:cxnSpLocks/>
            <a:stCxn id="189" idx="1"/>
            <a:endCxn id="12" idx="2"/>
          </p:cNvCxnSpPr>
          <p:nvPr/>
        </p:nvCxnSpPr>
        <p:spPr>
          <a:xfrm flipH="1" flipV="1">
            <a:off x="4925282" y="3159473"/>
            <a:ext cx="1319683" cy="197254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46E13B22-8F94-4EEB-B39A-F287E219DA62}"/>
              </a:ext>
            </a:extLst>
          </p:cNvPr>
          <p:cNvCxnSpPr>
            <a:cxnSpLocks/>
            <a:stCxn id="203" idx="0"/>
            <a:endCxn id="12" idx="2"/>
          </p:cNvCxnSpPr>
          <p:nvPr/>
        </p:nvCxnSpPr>
        <p:spPr>
          <a:xfrm flipH="1" flipV="1">
            <a:off x="4925282" y="3159473"/>
            <a:ext cx="9040" cy="193873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6860726-574E-46BC-9251-BD41E80E6C7F}"/>
              </a:ext>
            </a:extLst>
          </p:cNvPr>
          <p:cNvSpPr/>
          <p:nvPr/>
        </p:nvSpPr>
        <p:spPr>
          <a:xfrm>
            <a:off x="4957583" y="5717114"/>
            <a:ext cx="2137539" cy="5245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IPv4AddressSection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EC5DCD1-188B-4B53-997B-9868BBA99095}"/>
              </a:ext>
            </a:extLst>
          </p:cNvPr>
          <p:cNvSpPr/>
          <p:nvPr/>
        </p:nvSpPr>
        <p:spPr>
          <a:xfrm>
            <a:off x="6318399" y="6302215"/>
            <a:ext cx="2111392" cy="4998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IPv6AddressSection</a:t>
            </a:r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CFD0CABB-98CA-4AE2-96B0-E59FA10F469B}"/>
              </a:ext>
            </a:extLst>
          </p:cNvPr>
          <p:cNvCxnSpPr>
            <a:cxnSpLocks/>
            <a:stCxn id="255" idx="0"/>
            <a:endCxn id="189" idx="2"/>
          </p:cNvCxnSpPr>
          <p:nvPr/>
        </p:nvCxnSpPr>
        <p:spPr>
          <a:xfrm flipH="1" flipV="1">
            <a:off x="7151720" y="5446699"/>
            <a:ext cx="222375" cy="85551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1C30D53E-71F8-44BB-BD17-80D5A0ACFD90}"/>
              </a:ext>
            </a:extLst>
          </p:cNvPr>
          <p:cNvCxnSpPr>
            <a:cxnSpLocks/>
            <a:stCxn id="254" idx="0"/>
            <a:endCxn id="189" idx="2"/>
          </p:cNvCxnSpPr>
          <p:nvPr/>
        </p:nvCxnSpPr>
        <p:spPr>
          <a:xfrm flipV="1">
            <a:off x="6026353" y="5446699"/>
            <a:ext cx="1125367" cy="27041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B2C2BD79-481B-48EC-9E90-6BC4BD8B1BCE}"/>
              </a:ext>
            </a:extLst>
          </p:cNvPr>
          <p:cNvSpPr/>
          <p:nvPr/>
        </p:nvSpPr>
        <p:spPr>
          <a:xfrm>
            <a:off x="1037080" y="4541478"/>
            <a:ext cx="1102449" cy="5515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</a:t>
            </a:r>
            <a:endParaRPr lang="en-US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4837E24-E4A2-4D0A-8E9A-3216CF4F0DBA}"/>
              </a:ext>
            </a:extLst>
          </p:cNvPr>
          <p:cNvSpPr/>
          <p:nvPr/>
        </p:nvSpPr>
        <p:spPr>
          <a:xfrm>
            <a:off x="95951" y="3619241"/>
            <a:ext cx="1388326" cy="59499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MACAddress</a:t>
            </a:r>
            <a:endParaRPr lang="en-US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1199DAF-538E-4509-B98C-2536DFF8F4B5}"/>
              </a:ext>
            </a:extLst>
          </p:cNvPr>
          <p:cNvSpPr/>
          <p:nvPr/>
        </p:nvSpPr>
        <p:spPr>
          <a:xfrm>
            <a:off x="60476" y="5335894"/>
            <a:ext cx="1337966" cy="53856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IPv4Address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29F74C1F-A871-4391-BC44-5F40F1D998F7}"/>
              </a:ext>
            </a:extLst>
          </p:cNvPr>
          <p:cNvSpPr/>
          <p:nvPr/>
        </p:nvSpPr>
        <p:spPr>
          <a:xfrm>
            <a:off x="807958" y="6073143"/>
            <a:ext cx="1337966" cy="5333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IPv6Address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1193EC7C-D182-4FE2-9B24-6B46E0177EF2}"/>
              </a:ext>
            </a:extLst>
          </p:cNvPr>
          <p:cNvCxnSpPr>
            <a:cxnSpLocks/>
            <a:stCxn id="334" idx="0"/>
            <a:endCxn id="332" idx="2"/>
          </p:cNvCxnSpPr>
          <p:nvPr/>
        </p:nvCxnSpPr>
        <p:spPr>
          <a:xfrm flipV="1">
            <a:off x="729459" y="5092990"/>
            <a:ext cx="858846" cy="24290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18EA10B7-4ED2-4058-8EF7-1B83A71D0927}"/>
              </a:ext>
            </a:extLst>
          </p:cNvPr>
          <p:cNvCxnSpPr>
            <a:cxnSpLocks/>
            <a:stCxn id="332" idx="0"/>
            <a:endCxn id="127" idx="2"/>
          </p:cNvCxnSpPr>
          <p:nvPr/>
        </p:nvCxnSpPr>
        <p:spPr>
          <a:xfrm flipH="1" flipV="1">
            <a:off x="1519129" y="3031650"/>
            <a:ext cx="69176" cy="150982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00933DB1-73D1-4FBF-B40B-E9184F57BD23}"/>
              </a:ext>
            </a:extLst>
          </p:cNvPr>
          <p:cNvCxnSpPr>
            <a:cxnSpLocks/>
            <a:stCxn id="335" idx="0"/>
            <a:endCxn id="332" idx="2"/>
          </p:cNvCxnSpPr>
          <p:nvPr/>
        </p:nvCxnSpPr>
        <p:spPr>
          <a:xfrm flipV="1">
            <a:off x="1476941" y="5092990"/>
            <a:ext cx="111364" cy="98015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Arrow Connector 414">
            <a:extLst>
              <a:ext uri="{FF2B5EF4-FFF2-40B4-BE49-F238E27FC236}">
                <a16:creationId xmlns:a16="http://schemas.microsoft.com/office/drawing/2014/main" id="{3D9E73D9-71F7-4A4E-B892-3BEDB4A141E8}"/>
              </a:ext>
            </a:extLst>
          </p:cNvPr>
          <p:cNvCxnSpPr>
            <a:cxnSpLocks/>
            <a:endCxn id="137" idx="2"/>
          </p:cNvCxnSpPr>
          <p:nvPr/>
        </p:nvCxnSpPr>
        <p:spPr>
          <a:xfrm flipH="1" flipV="1">
            <a:off x="7092966" y="4214233"/>
            <a:ext cx="1093248" cy="499832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59D90E25-6961-48FB-A8D8-ED0AC8C3746C}"/>
              </a:ext>
            </a:extLst>
          </p:cNvPr>
          <p:cNvCxnSpPr>
            <a:cxnSpLocks/>
            <a:stCxn id="333" idx="0"/>
            <a:endCxn id="127" idx="2"/>
          </p:cNvCxnSpPr>
          <p:nvPr/>
        </p:nvCxnSpPr>
        <p:spPr>
          <a:xfrm flipV="1">
            <a:off x="790114" y="3031650"/>
            <a:ext cx="729015" cy="58759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Arrow Connector 534">
            <a:extLst>
              <a:ext uri="{FF2B5EF4-FFF2-40B4-BE49-F238E27FC236}">
                <a16:creationId xmlns:a16="http://schemas.microsoft.com/office/drawing/2014/main" id="{0B1452CD-354D-4FBB-8333-6CE683DFEC4C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 flipV="1">
            <a:off x="4911642" y="2044943"/>
            <a:ext cx="704656" cy="540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C777A6CB-B951-48DA-90A3-57DB68B83033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11862731" y="1193429"/>
            <a:ext cx="279601" cy="744249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5F60E7D-4B42-4D14-9F64-09DABA85B53A}"/>
              </a:ext>
            </a:extLst>
          </p:cNvPr>
          <p:cNvSpPr/>
          <p:nvPr/>
        </p:nvSpPr>
        <p:spPr>
          <a:xfrm>
            <a:off x="2316208" y="3504590"/>
            <a:ext cx="2535082" cy="5836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IPAddressSegmentSeries</a:t>
            </a:r>
            <a:endParaRPr lang="en-US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FD3A8A-4C60-4F52-BB3C-FD6505681642}"/>
              </a:ext>
            </a:extLst>
          </p:cNvPr>
          <p:cNvCxnSpPr>
            <a:cxnSpLocks/>
            <a:stCxn id="189" idx="1"/>
            <a:endCxn id="60" idx="2"/>
          </p:cNvCxnSpPr>
          <p:nvPr/>
        </p:nvCxnSpPr>
        <p:spPr>
          <a:xfrm flipH="1" flipV="1">
            <a:off x="3583749" y="4088210"/>
            <a:ext cx="2661216" cy="104380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F902988-9636-4B09-A847-DDB014B750FB}"/>
              </a:ext>
            </a:extLst>
          </p:cNvPr>
          <p:cNvCxnSpPr>
            <a:cxnSpLocks/>
            <a:stCxn id="332" idx="0"/>
            <a:endCxn id="60" idx="2"/>
          </p:cNvCxnSpPr>
          <p:nvPr/>
        </p:nvCxnSpPr>
        <p:spPr>
          <a:xfrm flipV="1">
            <a:off x="1588305" y="4088210"/>
            <a:ext cx="1995444" cy="45326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52772F1-FFEA-49DC-8C8B-94E2CC17A922}"/>
              </a:ext>
            </a:extLst>
          </p:cNvPr>
          <p:cNvCxnSpPr>
            <a:cxnSpLocks/>
            <a:stCxn id="60" idx="0"/>
            <a:endCxn id="25" idx="2"/>
          </p:cNvCxnSpPr>
          <p:nvPr/>
        </p:nvCxnSpPr>
        <p:spPr>
          <a:xfrm flipV="1">
            <a:off x="3583749" y="2326105"/>
            <a:ext cx="159436" cy="117848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67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C4EBAB-F2F4-4FF4-9299-5690A07D160D}"/>
              </a:ext>
            </a:extLst>
          </p:cNvPr>
          <p:cNvSpPr/>
          <p:nvPr/>
        </p:nvSpPr>
        <p:spPr>
          <a:xfrm>
            <a:off x="1814171" y="262625"/>
            <a:ext cx="1735510" cy="62029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AddressItem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EAE38C-6C32-4333-A7CB-D5A7B2BF2BB7}"/>
              </a:ext>
            </a:extLst>
          </p:cNvPr>
          <p:cNvSpPr/>
          <p:nvPr/>
        </p:nvSpPr>
        <p:spPr>
          <a:xfrm>
            <a:off x="303989" y="1240388"/>
            <a:ext cx="2093844" cy="5973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AddressComponent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8B012A-FDC8-448F-BFD7-A8E55C6E3F23}"/>
              </a:ext>
            </a:extLst>
          </p:cNvPr>
          <p:cNvSpPr/>
          <p:nvPr/>
        </p:nvSpPr>
        <p:spPr>
          <a:xfrm>
            <a:off x="2537964" y="1240388"/>
            <a:ext cx="2381768" cy="5973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AddressDivisionSeries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10D045-EACD-4F8E-A47A-23078AB4CA80}"/>
              </a:ext>
            </a:extLst>
          </p:cNvPr>
          <p:cNvSpPr/>
          <p:nvPr/>
        </p:nvSpPr>
        <p:spPr>
          <a:xfrm>
            <a:off x="1367745" y="2347786"/>
            <a:ext cx="2303695" cy="5836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AddressSegmentSeries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F514479-567B-4354-B4EA-409DF2A04DAB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1350911" y="882917"/>
            <a:ext cx="1331015" cy="35747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4F1E1EE-713E-4639-81B6-FDF25730B5CF}"/>
              </a:ext>
            </a:extLst>
          </p:cNvPr>
          <p:cNvCxnSpPr>
            <a:cxnSpLocks/>
            <a:stCxn id="25" idx="0"/>
            <a:endCxn id="6" idx="2"/>
          </p:cNvCxnSpPr>
          <p:nvPr/>
        </p:nvCxnSpPr>
        <p:spPr>
          <a:xfrm flipH="1" flipV="1">
            <a:off x="1350911" y="1837702"/>
            <a:ext cx="1168682" cy="51008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6FB5D35-26FB-42CD-B70D-DD3BAA1A36C7}"/>
              </a:ext>
            </a:extLst>
          </p:cNvPr>
          <p:cNvSpPr/>
          <p:nvPr/>
        </p:nvSpPr>
        <p:spPr>
          <a:xfrm>
            <a:off x="3332855" y="3432726"/>
            <a:ext cx="1270754" cy="55151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1593337-FE21-4045-95F0-C3C70BD8792B}"/>
              </a:ext>
            </a:extLst>
          </p:cNvPr>
          <p:cNvCxnSpPr>
            <a:cxnSpLocks/>
            <a:stCxn id="127" idx="0"/>
            <a:endCxn id="25" idx="2"/>
          </p:cNvCxnSpPr>
          <p:nvPr/>
        </p:nvCxnSpPr>
        <p:spPr>
          <a:xfrm flipH="1" flipV="1">
            <a:off x="2519593" y="2931406"/>
            <a:ext cx="1448639" cy="50132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F5A16C2F-FC7F-474C-A778-5245A823882E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flipH="1" flipV="1">
            <a:off x="2681926" y="882917"/>
            <a:ext cx="1046922" cy="35747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B2C2BD79-481B-48EC-9E90-6BC4BD8B1BCE}"/>
              </a:ext>
            </a:extLst>
          </p:cNvPr>
          <p:cNvSpPr/>
          <p:nvPr/>
        </p:nvSpPr>
        <p:spPr>
          <a:xfrm>
            <a:off x="1537341" y="4656763"/>
            <a:ext cx="1315702" cy="53060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</a:t>
            </a:r>
            <a:endParaRPr lang="en-US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4837E24-E4A2-4D0A-8E9A-3216CF4F0DBA}"/>
              </a:ext>
            </a:extLst>
          </p:cNvPr>
          <p:cNvSpPr/>
          <p:nvPr/>
        </p:nvSpPr>
        <p:spPr>
          <a:xfrm>
            <a:off x="3204771" y="4654287"/>
            <a:ext cx="1526922" cy="5359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MACAddress</a:t>
            </a:r>
            <a:endParaRPr lang="en-US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61199DAF-538E-4509-B98C-2536DFF8F4B5}"/>
              </a:ext>
            </a:extLst>
          </p:cNvPr>
          <p:cNvSpPr/>
          <p:nvPr/>
        </p:nvSpPr>
        <p:spPr>
          <a:xfrm>
            <a:off x="597853" y="5912995"/>
            <a:ext cx="1470281" cy="53856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IPv4Address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29F74C1F-A871-4391-BC44-5F40F1D998F7}"/>
              </a:ext>
            </a:extLst>
          </p:cNvPr>
          <p:cNvSpPr/>
          <p:nvPr/>
        </p:nvSpPr>
        <p:spPr>
          <a:xfrm>
            <a:off x="2379716" y="5912995"/>
            <a:ext cx="1724397" cy="5333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IPv6Address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1193EC7C-D182-4FE2-9B24-6B46E0177EF2}"/>
              </a:ext>
            </a:extLst>
          </p:cNvPr>
          <p:cNvCxnSpPr>
            <a:cxnSpLocks/>
            <a:stCxn id="334" idx="0"/>
            <a:endCxn id="332" idx="2"/>
          </p:cNvCxnSpPr>
          <p:nvPr/>
        </p:nvCxnSpPr>
        <p:spPr>
          <a:xfrm flipV="1">
            <a:off x="1332994" y="5187367"/>
            <a:ext cx="862198" cy="72562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18EA10B7-4ED2-4058-8EF7-1B83A71D0927}"/>
              </a:ext>
            </a:extLst>
          </p:cNvPr>
          <p:cNvCxnSpPr>
            <a:cxnSpLocks/>
            <a:stCxn id="332" idx="0"/>
            <a:endCxn id="127" idx="2"/>
          </p:cNvCxnSpPr>
          <p:nvPr/>
        </p:nvCxnSpPr>
        <p:spPr>
          <a:xfrm flipV="1">
            <a:off x="2195192" y="3984238"/>
            <a:ext cx="1773040" cy="67252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00933DB1-73D1-4FBF-B40B-E9184F57BD23}"/>
              </a:ext>
            </a:extLst>
          </p:cNvPr>
          <p:cNvCxnSpPr>
            <a:cxnSpLocks/>
            <a:stCxn id="335" idx="0"/>
            <a:endCxn id="332" idx="2"/>
          </p:cNvCxnSpPr>
          <p:nvPr/>
        </p:nvCxnSpPr>
        <p:spPr>
          <a:xfrm flipH="1" flipV="1">
            <a:off x="2195192" y="5187367"/>
            <a:ext cx="1046723" cy="72562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59D90E25-6961-48FB-A8D8-ED0AC8C3746C}"/>
              </a:ext>
            </a:extLst>
          </p:cNvPr>
          <p:cNvCxnSpPr>
            <a:cxnSpLocks/>
            <a:stCxn id="333" idx="0"/>
            <a:endCxn id="127" idx="2"/>
          </p:cNvCxnSpPr>
          <p:nvPr/>
        </p:nvCxnSpPr>
        <p:spPr>
          <a:xfrm flipV="1">
            <a:off x="3968232" y="3984238"/>
            <a:ext cx="0" cy="67004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Arrow Connector 534">
            <a:extLst>
              <a:ext uri="{FF2B5EF4-FFF2-40B4-BE49-F238E27FC236}">
                <a16:creationId xmlns:a16="http://schemas.microsoft.com/office/drawing/2014/main" id="{0B1452CD-354D-4FBB-8333-6CE683DFEC4C}"/>
              </a:ext>
            </a:extLst>
          </p:cNvPr>
          <p:cNvCxnSpPr>
            <a:cxnSpLocks/>
            <a:stCxn id="25" idx="0"/>
            <a:endCxn id="13" idx="2"/>
          </p:cNvCxnSpPr>
          <p:nvPr/>
        </p:nvCxnSpPr>
        <p:spPr>
          <a:xfrm flipV="1">
            <a:off x="2519593" y="1837702"/>
            <a:ext cx="1209255" cy="51008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362C727-9AD5-4EDF-AE42-37A181EF6730}"/>
              </a:ext>
            </a:extLst>
          </p:cNvPr>
          <p:cNvSpPr/>
          <p:nvPr/>
        </p:nvSpPr>
        <p:spPr>
          <a:xfrm>
            <a:off x="546630" y="3426595"/>
            <a:ext cx="2535082" cy="54888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IPAddressSegmentSeries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5FC3C4-5A91-49C3-802F-A529FFF322F1}"/>
              </a:ext>
            </a:extLst>
          </p:cNvPr>
          <p:cNvCxnSpPr>
            <a:cxnSpLocks/>
            <a:stCxn id="332" idx="0"/>
            <a:endCxn id="20" idx="2"/>
          </p:cNvCxnSpPr>
          <p:nvPr/>
        </p:nvCxnSpPr>
        <p:spPr>
          <a:xfrm flipH="1" flipV="1">
            <a:off x="1814171" y="3975475"/>
            <a:ext cx="381021" cy="68128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4C694C-7151-4C04-BFF9-BEC38A56F4A7}"/>
              </a:ext>
            </a:extLst>
          </p:cNvPr>
          <p:cNvCxnSpPr>
            <a:cxnSpLocks/>
            <a:stCxn id="20" idx="0"/>
            <a:endCxn id="25" idx="2"/>
          </p:cNvCxnSpPr>
          <p:nvPr/>
        </p:nvCxnSpPr>
        <p:spPr>
          <a:xfrm flipV="1">
            <a:off x="1814171" y="2931406"/>
            <a:ext cx="705422" cy="49518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120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763E-54EE-8B83-6A18-A9D1DD2B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Rectangle 988">
            <a:extLst>
              <a:ext uri="{FF2B5EF4-FFF2-40B4-BE49-F238E27FC236}">
                <a16:creationId xmlns:a16="http://schemas.microsoft.com/office/drawing/2014/main" id="{79B1CBED-8C80-4F5E-6F0E-4E54C7AC6508}"/>
              </a:ext>
            </a:extLst>
          </p:cNvPr>
          <p:cNvSpPr/>
          <p:nvPr/>
        </p:nvSpPr>
        <p:spPr>
          <a:xfrm>
            <a:off x="8192775" y="905347"/>
            <a:ext cx="3902722" cy="571344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Divisions and Segments</a:t>
            </a:r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52436FD4-38F0-657C-257C-860EDC7A2151}"/>
              </a:ext>
            </a:extLst>
          </p:cNvPr>
          <p:cNvSpPr/>
          <p:nvPr/>
        </p:nvSpPr>
        <p:spPr>
          <a:xfrm>
            <a:off x="85416" y="1630597"/>
            <a:ext cx="2237234" cy="49881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Addresses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A500F688-D4EF-01B9-5075-A9527A1A9CE8}"/>
              </a:ext>
            </a:extLst>
          </p:cNvPr>
          <p:cNvSpPr/>
          <p:nvPr/>
        </p:nvSpPr>
        <p:spPr>
          <a:xfrm>
            <a:off x="2510286" y="1630597"/>
            <a:ext cx="5498786" cy="49881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Division and Segment Groupings  </a:t>
            </a:r>
          </a:p>
          <a:p>
            <a:pPr algn="ctr"/>
            <a:r>
              <a:rPr lang="en-US" sz="3200" dirty="0"/>
              <a:t>                                      </a:t>
            </a:r>
            <a:endParaRPr lang="en-US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3EF019-1277-FB9A-67C4-EFA93EBDD885}"/>
              </a:ext>
            </a:extLst>
          </p:cNvPr>
          <p:cNvSpPr/>
          <p:nvPr/>
        </p:nvSpPr>
        <p:spPr>
          <a:xfrm>
            <a:off x="6025800" y="95621"/>
            <a:ext cx="1410057" cy="30666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AddressItem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BF6F3-2002-0BFC-7537-884B37CBA7AA}"/>
              </a:ext>
            </a:extLst>
          </p:cNvPr>
          <p:cNvSpPr/>
          <p:nvPr/>
        </p:nvSpPr>
        <p:spPr>
          <a:xfrm>
            <a:off x="3333315" y="1075767"/>
            <a:ext cx="1730027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AddressComponent</a:t>
            </a:r>
            <a:endParaRPr lang="en-US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5C55DF-41B9-8A13-3656-3C040EB82759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11177682" y="2271588"/>
            <a:ext cx="0" cy="32000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73A0549-5CD2-20D5-0772-66B62E147BC9}"/>
              </a:ext>
            </a:extLst>
          </p:cNvPr>
          <p:cNvSpPr/>
          <p:nvPr/>
        </p:nvSpPr>
        <p:spPr>
          <a:xfrm>
            <a:off x="8453703" y="2395515"/>
            <a:ext cx="1507814" cy="31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AddressSegment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72EDB8-D113-4556-9737-BD921ACDF207}"/>
              </a:ext>
            </a:extLst>
          </p:cNvPr>
          <p:cNvSpPr/>
          <p:nvPr/>
        </p:nvSpPr>
        <p:spPr>
          <a:xfrm>
            <a:off x="4086136" y="2866278"/>
            <a:ext cx="1386055" cy="35058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AddressSection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5507D7-5910-6C72-509A-C93816F29B44}"/>
              </a:ext>
            </a:extLst>
          </p:cNvPr>
          <p:cNvSpPr/>
          <p:nvPr/>
        </p:nvSpPr>
        <p:spPr>
          <a:xfrm>
            <a:off x="5772966" y="2077223"/>
            <a:ext cx="1915726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AddressDivisionSeries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042068-35E3-CC71-84DC-AC1FEEEAC8CC}"/>
              </a:ext>
            </a:extLst>
          </p:cNvPr>
          <p:cNvSpPr/>
          <p:nvPr/>
        </p:nvSpPr>
        <p:spPr>
          <a:xfrm>
            <a:off x="10400883" y="2591589"/>
            <a:ext cx="1553598" cy="29465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0ECA49-C42C-D5BF-29CE-B1BC1C306418}"/>
              </a:ext>
            </a:extLst>
          </p:cNvPr>
          <p:cNvSpPr/>
          <p:nvPr/>
        </p:nvSpPr>
        <p:spPr>
          <a:xfrm>
            <a:off x="10329722" y="1951755"/>
            <a:ext cx="1695919" cy="3198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AddressDivisionBase</a:t>
            </a:r>
            <a:endParaRPr lang="en-US" sz="1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F53172-DD49-C37B-DA1B-8A8C2DF65F62}"/>
              </a:ext>
            </a:extLst>
          </p:cNvPr>
          <p:cNvCxnSpPr>
            <a:cxnSpLocks/>
            <a:stCxn id="16" idx="0"/>
            <a:endCxn id="976" idx="3"/>
          </p:cNvCxnSpPr>
          <p:nvPr/>
        </p:nvCxnSpPr>
        <p:spPr>
          <a:xfrm flipH="1" flipV="1">
            <a:off x="10170614" y="1572568"/>
            <a:ext cx="1007068" cy="37918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0DE88B4-880F-AC0F-1E43-685DF4CEAAF3}"/>
              </a:ext>
            </a:extLst>
          </p:cNvPr>
          <p:cNvSpPr/>
          <p:nvPr/>
        </p:nvSpPr>
        <p:spPr>
          <a:xfrm>
            <a:off x="3029870" y="2127081"/>
            <a:ext cx="2336915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AddressSegmentSeries</a:t>
            </a:r>
            <a:endParaRPr lang="en-US" sz="1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05A31A-FE3B-83A9-5EC1-86822C12BE2F}"/>
              </a:ext>
            </a:extLst>
          </p:cNvPr>
          <p:cNvCxnSpPr>
            <a:cxnSpLocks/>
            <a:stCxn id="33" idx="3"/>
            <a:endCxn id="4" idx="2"/>
          </p:cNvCxnSpPr>
          <p:nvPr/>
        </p:nvCxnSpPr>
        <p:spPr>
          <a:xfrm flipV="1">
            <a:off x="5268884" y="402289"/>
            <a:ext cx="1461945" cy="26514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A9973B-4CC0-3DDB-1372-7C1125989317}"/>
              </a:ext>
            </a:extLst>
          </p:cNvPr>
          <p:cNvCxnSpPr>
            <a:cxnSpLocks/>
            <a:stCxn id="11" idx="0"/>
            <a:endCxn id="6" idx="3"/>
          </p:cNvCxnSpPr>
          <p:nvPr/>
        </p:nvCxnSpPr>
        <p:spPr>
          <a:xfrm flipH="1" flipV="1">
            <a:off x="5063342" y="1232811"/>
            <a:ext cx="4144268" cy="116270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5E6658-DEE4-9E7A-A64D-0823290B2934}"/>
              </a:ext>
            </a:extLst>
          </p:cNvPr>
          <p:cNvCxnSpPr>
            <a:cxnSpLocks/>
            <a:stCxn id="25" idx="0"/>
            <a:endCxn id="6" idx="2"/>
          </p:cNvCxnSpPr>
          <p:nvPr/>
        </p:nvCxnSpPr>
        <p:spPr>
          <a:xfrm flipV="1">
            <a:off x="4198328" y="1389855"/>
            <a:ext cx="1" cy="73722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FB96781C-AB74-EA63-F7B9-A3FFFE429E1F}"/>
              </a:ext>
            </a:extLst>
          </p:cNvPr>
          <p:cNvSpPr/>
          <p:nvPr/>
        </p:nvSpPr>
        <p:spPr>
          <a:xfrm>
            <a:off x="10400883" y="3291212"/>
            <a:ext cx="1553598" cy="301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IPAddressDivision</a:t>
            </a:r>
            <a:endParaRPr lang="en-US" sz="14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46D509A-88CF-0C10-64F7-0495B33A400B}"/>
              </a:ext>
            </a:extLst>
          </p:cNvPr>
          <p:cNvSpPr/>
          <p:nvPr/>
        </p:nvSpPr>
        <p:spPr>
          <a:xfrm>
            <a:off x="10374481" y="4232302"/>
            <a:ext cx="1580000" cy="301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IPAddressSegment</a:t>
            </a:r>
            <a:endParaRPr lang="en-US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8ECF23-427E-B99A-F2A8-700979BD5275}"/>
              </a:ext>
            </a:extLst>
          </p:cNvPr>
          <p:cNvSpPr/>
          <p:nvPr/>
        </p:nvSpPr>
        <p:spPr>
          <a:xfrm>
            <a:off x="8241990" y="4247220"/>
            <a:ext cx="1925855" cy="28082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MACAddressSegment</a:t>
            </a:r>
            <a:endParaRPr lang="en-US" sz="14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545DFC1-50B6-2761-32F7-1AF1DCB1A3D9}"/>
              </a:ext>
            </a:extLst>
          </p:cNvPr>
          <p:cNvCxnSpPr>
            <a:cxnSpLocks/>
            <a:stCxn id="55" idx="0"/>
            <a:endCxn id="15" idx="2"/>
          </p:cNvCxnSpPr>
          <p:nvPr/>
        </p:nvCxnSpPr>
        <p:spPr>
          <a:xfrm flipV="1">
            <a:off x="11177682" y="2886242"/>
            <a:ext cx="0" cy="40497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5256D37-C46E-2A52-7A1E-DD264AB85D7C}"/>
              </a:ext>
            </a:extLst>
          </p:cNvPr>
          <p:cNvCxnSpPr>
            <a:cxnSpLocks/>
            <a:stCxn id="56" idx="0"/>
            <a:endCxn id="55" idx="2"/>
          </p:cNvCxnSpPr>
          <p:nvPr/>
        </p:nvCxnSpPr>
        <p:spPr>
          <a:xfrm flipV="1">
            <a:off x="11164481" y="3592468"/>
            <a:ext cx="13201" cy="63983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553275B-E785-2EA8-33CF-A3CF37D25B8E}"/>
              </a:ext>
            </a:extLst>
          </p:cNvPr>
          <p:cNvCxnSpPr>
            <a:cxnSpLocks/>
            <a:stCxn id="56" idx="1"/>
          </p:cNvCxnSpPr>
          <p:nvPr/>
        </p:nvCxnSpPr>
        <p:spPr>
          <a:xfrm flipH="1" flipV="1">
            <a:off x="9233334" y="2738915"/>
            <a:ext cx="1141147" cy="164401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297DC15-2672-C6C9-C3B7-ED8455E9E86E}"/>
              </a:ext>
            </a:extLst>
          </p:cNvPr>
          <p:cNvSpPr/>
          <p:nvPr/>
        </p:nvSpPr>
        <p:spPr>
          <a:xfrm>
            <a:off x="9127444" y="5269590"/>
            <a:ext cx="1756968" cy="2871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IPv4AddressSegment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79B2148-78C2-1B44-85FE-AEAF930B31D2}"/>
              </a:ext>
            </a:extLst>
          </p:cNvPr>
          <p:cNvSpPr/>
          <p:nvPr/>
        </p:nvSpPr>
        <p:spPr>
          <a:xfrm>
            <a:off x="10261099" y="5867651"/>
            <a:ext cx="1780363" cy="2871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IPv6AddressSegment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D1D2C64-F80F-0FDD-B8C6-7EDBE811A23D}"/>
              </a:ext>
            </a:extLst>
          </p:cNvPr>
          <p:cNvCxnSpPr>
            <a:cxnSpLocks/>
            <a:stCxn id="79" idx="0"/>
            <a:endCxn id="56" idx="2"/>
          </p:cNvCxnSpPr>
          <p:nvPr/>
        </p:nvCxnSpPr>
        <p:spPr>
          <a:xfrm flipV="1">
            <a:off x="11151281" y="4533558"/>
            <a:ext cx="13200" cy="133409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8962C57-EBDE-F8A8-E231-F0DE25BFC654}"/>
              </a:ext>
            </a:extLst>
          </p:cNvPr>
          <p:cNvCxnSpPr>
            <a:cxnSpLocks/>
            <a:stCxn id="78" idx="0"/>
            <a:endCxn id="56" idx="2"/>
          </p:cNvCxnSpPr>
          <p:nvPr/>
        </p:nvCxnSpPr>
        <p:spPr>
          <a:xfrm flipV="1">
            <a:off x="10005928" y="4533558"/>
            <a:ext cx="1158553" cy="73603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DD0A7F0-501A-1DA6-8FE1-FE8D9E7CAF3A}"/>
              </a:ext>
            </a:extLst>
          </p:cNvPr>
          <p:cNvCxnSpPr>
            <a:cxnSpLocks/>
            <a:stCxn id="57" idx="0"/>
            <a:endCxn id="11" idx="2"/>
          </p:cNvCxnSpPr>
          <p:nvPr/>
        </p:nvCxnSpPr>
        <p:spPr>
          <a:xfrm flipV="1">
            <a:off x="9204918" y="2706969"/>
            <a:ext cx="2692" cy="154025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02419B9-F721-6ABD-8ED8-A535D29657F3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11954481" y="2738916"/>
            <a:ext cx="475210" cy="720629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B500563-10C2-B775-56C0-104BD7693A35}"/>
              </a:ext>
            </a:extLst>
          </p:cNvPr>
          <p:cNvCxnSpPr>
            <a:cxnSpLocks/>
            <a:endCxn id="55" idx="3"/>
          </p:cNvCxnSpPr>
          <p:nvPr/>
        </p:nvCxnSpPr>
        <p:spPr>
          <a:xfrm flipH="1" flipV="1">
            <a:off x="11954481" y="3441840"/>
            <a:ext cx="445976" cy="702986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7ED62A9-FE85-76C1-E435-AA8EDC8C0E3F}"/>
              </a:ext>
            </a:extLst>
          </p:cNvPr>
          <p:cNvCxnSpPr>
            <a:cxnSpLocks/>
            <a:stCxn id="12" idx="0"/>
            <a:endCxn id="25" idx="2"/>
          </p:cNvCxnSpPr>
          <p:nvPr/>
        </p:nvCxnSpPr>
        <p:spPr>
          <a:xfrm flipH="1" flipV="1">
            <a:off x="4198328" y="2441169"/>
            <a:ext cx="580836" cy="42510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DD21D21-E6C3-F001-A9A7-862583C1E750}"/>
              </a:ext>
            </a:extLst>
          </p:cNvPr>
          <p:cNvSpPr/>
          <p:nvPr/>
        </p:nvSpPr>
        <p:spPr>
          <a:xfrm>
            <a:off x="851585" y="2575277"/>
            <a:ext cx="881903" cy="3109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Address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30979B2-5D04-C10D-36FC-A0204B778346}"/>
              </a:ext>
            </a:extLst>
          </p:cNvPr>
          <p:cNvCxnSpPr>
            <a:cxnSpLocks/>
            <a:stCxn id="127" idx="0"/>
            <a:endCxn id="25" idx="1"/>
          </p:cNvCxnSpPr>
          <p:nvPr/>
        </p:nvCxnSpPr>
        <p:spPr>
          <a:xfrm flipV="1">
            <a:off x="1292537" y="2284125"/>
            <a:ext cx="1737333" cy="29115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7442007-68CC-F637-5618-B839A05F2709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flipV="1">
            <a:off x="6730829" y="402289"/>
            <a:ext cx="0" cy="167493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F1F7921-28A1-8CAE-9598-BFC691583DAB}"/>
              </a:ext>
            </a:extLst>
          </p:cNvPr>
          <p:cNvSpPr/>
          <p:nvPr/>
        </p:nvSpPr>
        <p:spPr>
          <a:xfrm>
            <a:off x="5684498" y="3328368"/>
            <a:ext cx="2098386" cy="3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AddressDivisionGrouping</a:t>
            </a:r>
            <a:endParaRPr lang="en-US" sz="14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93285FB-2805-264F-B6F3-6E36687CDF38}"/>
              </a:ext>
            </a:extLst>
          </p:cNvPr>
          <p:cNvSpPr/>
          <p:nvPr/>
        </p:nvSpPr>
        <p:spPr>
          <a:xfrm>
            <a:off x="4435409" y="4629454"/>
            <a:ext cx="2287338" cy="3252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IPAddressDivisionGrouping</a:t>
            </a:r>
            <a:endParaRPr lang="en-US" sz="1400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1D7BBE4-FDD4-48B3-8B0D-DE0FBC359B84}"/>
              </a:ext>
            </a:extLst>
          </p:cNvPr>
          <p:cNvCxnSpPr>
            <a:cxnSpLocks/>
            <a:stCxn id="136" idx="0"/>
            <a:endCxn id="96" idx="2"/>
          </p:cNvCxnSpPr>
          <p:nvPr/>
        </p:nvCxnSpPr>
        <p:spPr>
          <a:xfrm flipH="1" flipV="1">
            <a:off x="6728530" y="2996024"/>
            <a:ext cx="5161" cy="33234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9F179FC-6B91-1900-8C0C-CC009D80D06B}"/>
              </a:ext>
            </a:extLst>
          </p:cNvPr>
          <p:cNvCxnSpPr>
            <a:cxnSpLocks/>
            <a:stCxn id="137" idx="0"/>
            <a:endCxn id="136" idx="2"/>
          </p:cNvCxnSpPr>
          <p:nvPr/>
        </p:nvCxnSpPr>
        <p:spPr>
          <a:xfrm flipV="1">
            <a:off x="5579078" y="3643162"/>
            <a:ext cx="1154613" cy="98629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C0A0CCE-5EDB-1B22-30F6-35183343D8AC}"/>
              </a:ext>
            </a:extLst>
          </p:cNvPr>
          <p:cNvSpPr/>
          <p:nvPr/>
        </p:nvSpPr>
        <p:spPr>
          <a:xfrm>
            <a:off x="3330328" y="5227403"/>
            <a:ext cx="1480019" cy="3166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IPAddressSection</a:t>
            </a:r>
            <a:endParaRPr lang="en-US" sz="1400" dirty="0"/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6646716A-68B0-2EBA-0114-316CE54C93C2}"/>
              </a:ext>
            </a:extLst>
          </p:cNvPr>
          <p:cNvCxnSpPr>
            <a:cxnSpLocks/>
            <a:stCxn id="189" idx="0"/>
            <a:endCxn id="137" idx="2"/>
          </p:cNvCxnSpPr>
          <p:nvPr/>
        </p:nvCxnSpPr>
        <p:spPr>
          <a:xfrm flipV="1">
            <a:off x="4070338" y="4954714"/>
            <a:ext cx="1508740" cy="27268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AE6AE51-EFD1-8599-8970-441E20F42DB1}"/>
              </a:ext>
            </a:extLst>
          </p:cNvPr>
          <p:cNvSpPr/>
          <p:nvPr/>
        </p:nvSpPr>
        <p:spPr>
          <a:xfrm>
            <a:off x="6201041" y="4177772"/>
            <a:ext cx="1727678" cy="34848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MACAddressSection</a:t>
            </a:r>
            <a:endParaRPr lang="en-US" sz="1400" dirty="0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8EAB3B2B-DBF5-0FDE-7C33-F5A8252D47BC}"/>
              </a:ext>
            </a:extLst>
          </p:cNvPr>
          <p:cNvCxnSpPr>
            <a:cxnSpLocks/>
            <a:stCxn id="203" idx="0"/>
            <a:endCxn id="136" idx="2"/>
          </p:cNvCxnSpPr>
          <p:nvPr/>
        </p:nvCxnSpPr>
        <p:spPr>
          <a:xfrm flipH="1" flipV="1">
            <a:off x="6733691" y="3643162"/>
            <a:ext cx="331189" cy="53461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0A838DFA-D041-645A-F2E7-CABE3758F8A7}"/>
              </a:ext>
            </a:extLst>
          </p:cNvPr>
          <p:cNvCxnSpPr>
            <a:cxnSpLocks/>
            <a:stCxn id="189" idx="0"/>
            <a:endCxn id="12" idx="2"/>
          </p:cNvCxnSpPr>
          <p:nvPr/>
        </p:nvCxnSpPr>
        <p:spPr>
          <a:xfrm flipV="1">
            <a:off x="4070338" y="3216867"/>
            <a:ext cx="708826" cy="201053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80D552F-5508-6B71-E37B-0646E88BB968}"/>
              </a:ext>
            </a:extLst>
          </p:cNvPr>
          <p:cNvCxnSpPr>
            <a:cxnSpLocks/>
            <a:stCxn id="203" idx="1"/>
            <a:endCxn id="12" idx="2"/>
          </p:cNvCxnSpPr>
          <p:nvPr/>
        </p:nvCxnSpPr>
        <p:spPr>
          <a:xfrm flipH="1" flipV="1">
            <a:off x="4779164" y="3216867"/>
            <a:ext cx="1421877" cy="113514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BDBBB41-1F6D-47A2-0CF2-71500FDF7348}"/>
              </a:ext>
            </a:extLst>
          </p:cNvPr>
          <p:cNvSpPr/>
          <p:nvPr/>
        </p:nvSpPr>
        <p:spPr>
          <a:xfrm>
            <a:off x="2737467" y="5936084"/>
            <a:ext cx="1800678" cy="2911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IPv4AddressSection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F96C00-9445-FFAB-E1C0-E12D4E3EDB57}"/>
              </a:ext>
            </a:extLst>
          </p:cNvPr>
          <p:cNvSpPr/>
          <p:nvPr/>
        </p:nvSpPr>
        <p:spPr>
          <a:xfrm>
            <a:off x="4810347" y="6110095"/>
            <a:ext cx="1703462" cy="32526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IPv6AddressSection</a:t>
            </a:r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DABE2500-3C2B-B466-3503-8926B7F2F0E9}"/>
              </a:ext>
            </a:extLst>
          </p:cNvPr>
          <p:cNvCxnSpPr>
            <a:cxnSpLocks/>
            <a:stCxn id="255" idx="0"/>
            <a:endCxn id="189" idx="2"/>
          </p:cNvCxnSpPr>
          <p:nvPr/>
        </p:nvCxnSpPr>
        <p:spPr>
          <a:xfrm flipH="1" flipV="1">
            <a:off x="4070338" y="5544036"/>
            <a:ext cx="1591740" cy="56605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EF1865F4-5ABF-3911-8807-D1DF618EDA6C}"/>
              </a:ext>
            </a:extLst>
          </p:cNvPr>
          <p:cNvCxnSpPr>
            <a:cxnSpLocks/>
            <a:stCxn id="254" idx="0"/>
            <a:endCxn id="189" idx="2"/>
          </p:cNvCxnSpPr>
          <p:nvPr/>
        </p:nvCxnSpPr>
        <p:spPr>
          <a:xfrm flipV="1">
            <a:off x="3637806" y="5544036"/>
            <a:ext cx="432532" cy="39204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79376D5-01D3-AE47-55FE-E5DCA27204F5}"/>
              </a:ext>
            </a:extLst>
          </p:cNvPr>
          <p:cNvSpPr/>
          <p:nvPr/>
        </p:nvSpPr>
        <p:spPr>
          <a:xfrm>
            <a:off x="155626" y="4400082"/>
            <a:ext cx="1102449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</a:t>
            </a:r>
            <a:endParaRPr lang="en-US" sz="14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7F4CFF86-BF15-8840-E376-2828AA686BA9}"/>
              </a:ext>
            </a:extLst>
          </p:cNvPr>
          <p:cNvSpPr/>
          <p:nvPr/>
        </p:nvSpPr>
        <p:spPr>
          <a:xfrm>
            <a:off x="1133337" y="3583726"/>
            <a:ext cx="1118378" cy="3109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MACAddress</a:t>
            </a:r>
            <a:endParaRPr lang="en-US" sz="14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E9C59B13-FEAA-09AE-3A26-16532187E6FC}"/>
              </a:ext>
            </a:extLst>
          </p:cNvPr>
          <p:cNvSpPr/>
          <p:nvPr/>
        </p:nvSpPr>
        <p:spPr>
          <a:xfrm>
            <a:off x="138253" y="5042023"/>
            <a:ext cx="1128402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BAA22249-055D-1817-20CD-D6B0B8BF451A}"/>
              </a:ext>
            </a:extLst>
          </p:cNvPr>
          <p:cNvSpPr/>
          <p:nvPr/>
        </p:nvSpPr>
        <p:spPr>
          <a:xfrm>
            <a:off x="1131211" y="5505876"/>
            <a:ext cx="1128402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FC1F8533-FB56-0AE3-2C8B-04A3DB3D7530}"/>
              </a:ext>
            </a:extLst>
          </p:cNvPr>
          <p:cNvCxnSpPr>
            <a:cxnSpLocks/>
            <a:stCxn id="334" idx="0"/>
            <a:endCxn id="332" idx="2"/>
          </p:cNvCxnSpPr>
          <p:nvPr/>
        </p:nvCxnSpPr>
        <p:spPr>
          <a:xfrm flipV="1">
            <a:off x="702454" y="4669363"/>
            <a:ext cx="4397" cy="37266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7C40DA9F-6529-A81C-7D77-339689174D5E}"/>
              </a:ext>
            </a:extLst>
          </p:cNvPr>
          <p:cNvCxnSpPr>
            <a:cxnSpLocks/>
            <a:stCxn id="332" idx="0"/>
            <a:endCxn id="127" idx="2"/>
          </p:cNvCxnSpPr>
          <p:nvPr/>
        </p:nvCxnSpPr>
        <p:spPr>
          <a:xfrm flipV="1">
            <a:off x="706851" y="2886242"/>
            <a:ext cx="585686" cy="151384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FEE78886-3EFD-6507-E1C4-23D3DB471B60}"/>
              </a:ext>
            </a:extLst>
          </p:cNvPr>
          <p:cNvCxnSpPr>
            <a:cxnSpLocks/>
            <a:stCxn id="335" idx="0"/>
            <a:endCxn id="332" idx="3"/>
          </p:cNvCxnSpPr>
          <p:nvPr/>
        </p:nvCxnSpPr>
        <p:spPr>
          <a:xfrm flipH="1" flipV="1">
            <a:off x="1258075" y="4534723"/>
            <a:ext cx="437337" cy="97115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Arrow Connector 414">
            <a:extLst>
              <a:ext uri="{FF2B5EF4-FFF2-40B4-BE49-F238E27FC236}">
                <a16:creationId xmlns:a16="http://schemas.microsoft.com/office/drawing/2014/main" id="{440B0598-2E2E-35CF-03A3-81F0D0950375}"/>
              </a:ext>
            </a:extLst>
          </p:cNvPr>
          <p:cNvCxnSpPr>
            <a:cxnSpLocks/>
            <a:endCxn id="137" idx="2"/>
          </p:cNvCxnSpPr>
          <p:nvPr/>
        </p:nvCxnSpPr>
        <p:spPr>
          <a:xfrm flipH="1" flipV="1">
            <a:off x="5579078" y="4954714"/>
            <a:ext cx="1829916" cy="1996422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94AFB55F-4AC8-3838-AFD2-9AF09F0CA21B}"/>
              </a:ext>
            </a:extLst>
          </p:cNvPr>
          <p:cNvCxnSpPr>
            <a:cxnSpLocks/>
            <a:stCxn id="333" idx="0"/>
            <a:endCxn id="127" idx="2"/>
          </p:cNvCxnSpPr>
          <p:nvPr/>
        </p:nvCxnSpPr>
        <p:spPr>
          <a:xfrm flipH="1" flipV="1">
            <a:off x="1292537" y="2886242"/>
            <a:ext cx="399989" cy="69748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Arrow Connector 534">
            <a:extLst>
              <a:ext uri="{FF2B5EF4-FFF2-40B4-BE49-F238E27FC236}">
                <a16:creationId xmlns:a16="http://schemas.microsoft.com/office/drawing/2014/main" id="{4FD07053-F954-66B0-5AF2-E90C730EA43A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 flipV="1">
            <a:off x="5366785" y="2234267"/>
            <a:ext cx="406181" cy="4985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A9C4413B-73FF-5D95-9E64-F3C7356FEDDF}"/>
              </a:ext>
            </a:extLst>
          </p:cNvPr>
          <p:cNvCxnSpPr>
            <a:cxnSpLocks/>
            <a:endCxn id="16" idx="3"/>
          </p:cNvCxnSpPr>
          <p:nvPr/>
        </p:nvCxnSpPr>
        <p:spPr>
          <a:xfrm flipH="1" flipV="1">
            <a:off x="12025641" y="2111672"/>
            <a:ext cx="279602" cy="604138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C091C35-0B69-694C-3DFF-8C9B3D68D832}"/>
              </a:ext>
            </a:extLst>
          </p:cNvPr>
          <p:cNvSpPr/>
          <p:nvPr/>
        </p:nvSpPr>
        <p:spPr>
          <a:xfrm>
            <a:off x="2568247" y="3421096"/>
            <a:ext cx="1969898" cy="3252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IPAddressSegmentSeries</a:t>
            </a:r>
            <a:endParaRPr lang="en-US" sz="14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0813F59-1B90-BD7E-14DC-15C1894D229F}"/>
              </a:ext>
            </a:extLst>
          </p:cNvPr>
          <p:cNvCxnSpPr>
            <a:cxnSpLocks/>
            <a:stCxn id="189" idx="0"/>
            <a:endCxn id="60" idx="2"/>
          </p:cNvCxnSpPr>
          <p:nvPr/>
        </p:nvCxnSpPr>
        <p:spPr>
          <a:xfrm flipH="1" flipV="1">
            <a:off x="3553196" y="3746356"/>
            <a:ext cx="517142" cy="148104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4F9B3B9-3B72-C2FC-978A-BB7F939FEF48}"/>
              </a:ext>
            </a:extLst>
          </p:cNvPr>
          <p:cNvCxnSpPr>
            <a:cxnSpLocks/>
            <a:stCxn id="332" idx="0"/>
            <a:endCxn id="60" idx="2"/>
          </p:cNvCxnSpPr>
          <p:nvPr/>
        </p:nvCxnSpPr>
        <p:spPr>
          <a:xfrm flipV="1">
            <a:off x="706851" y="3746356"/>
            <a:ext cx="2846345" cy="65372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539A640-8F3C-8AE4-D197-82C43DA002CC}"/>
              </a:ext>
            </a:extLst>
          </p:cNvPr>
          <p:cNvCxnSpPr>
            <a:cxnSpLocks/>
            <a:stCxn id="60" idx="0"/>
            <a:endCxn id="25" idx="2"/>
          </p:cNvCxnSpPr>
          <p:nvPr/>
        </p:nvCxnSpPr>
        <p:spPr>
          <a:xfrm flipV="1">
            <a:off x="3553196" y="2441169"/>
            <a:ext cx="645132" cy="97992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1DFD96D-5041-6C87-8DB3-56B2FA392196}"/>
              </a:ext>
            </a:extLst>
          </p:cNvPr>
          <p:cNvSpPr/>
          <p:nvPr/>
        </p:nvSpPr>
        <p:spPr>
          <a:xfrm>
            <a:off x="3115454" y="510393"/>
            <a:ext cx="2153430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AddressComponentRange</a:t>
            </a:r>
            <a:endParaRPr lang="en-US" sz="1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64266E2-BD8B-C050-C048-2288DA742DE6}"/>
              </a:ext>
            </a:extLst>
          </p:cNvPr>
          <p:cNvCxnSpPr>
            <a:cxnSpLocks/>
            <a:stCxn id="6" idx="0"/>
            <a:endCxn id="33" idx="2"/>
          </p:cNvCxnSpPr>
          <p:nvPr/>
        </p:nvCxnSpPr>
        <p:spPr>
          <a:xfrm flipH="1" flipV="1">
            <a:off x="4192169" y="824481"/>
            <a:ext cx="6160" cy="25128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68ED266-4FE0-9669-E389-F1C45771695C}"/>
              </a:ext>
            </a:extLst>
          </p:cNvPr>
          <p:cNvCxnSpPr>
            <a:cxnSpLocks/>
            <a:stCxn id="11" idx="0"/>
            <a:endCxn id="976" idx="2"/>
          </p:cNvCxnSpPr>
          <p:nvPr/>
        </p:nvCxnSpPr>
        <p:spPr>
          <a:xfrm flipV="1">
            <a:off x="9207610" y="1728295"/>
            <a:ext cx="0" cy="66722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76" name="Rectangle 975">
            <a:extLst>
              <a:ext uri="{FF2B5EF4-FFF2-40B4-BE49-F238E27FC236}">
                <a16:creationId xmlns:a16="http://schemas.microsoft.com/office/drawing/2014/main" id="{19A99A1D-1525-1A08-1134-2411FFC27DDC}"/>
              </a:ext>
            </a:extLst>
          </p:cNvPr>
          <p:cNvSpPr/>
          <p:nvPr/>
        </p:nvSpPr>
        <p:spPr>
          <a:xfrm>
            <a:off x="8244606" y="1416841"/>
            <a:ext cx="1926008" cy="31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AddressGenericDivision</a:t>
            </a:r>
            <a:endParaRPr lang="en-US" sz="1400" dirty="0"/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A399AE57-D632-7FD4-0F5F-B5E9B5411271}"/>
              </a:ext>
            </a:extLst>
          </p:cNvPr>
          <p:cNvSpPr/>
          <p:nvPr/>
        </p:nvSpPr>
        <p:spPr>
          <a:xfrm>
            <a:off x="85416" y="1082843"/>
            <a:ext cx="1354086" cy="31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IPAddressRange</a:t>
            </a:r>
            <a:endParaRPr lang="en-US" sz="1400" dirty="0"/>
          </a:p>
        </p:txBody>
      </p:sp>
      <p:cxnSp>
        <p:nvCxnSpPr>
          <p:cNvPr id="993" name="Straight Arrow Connector 992">
            <a:extLst>
              <a:ext uri="{FF2B5EF4-FFF2-40B4-BE49-F238E27FC236}">
                <a16:creationId xmlns:a16="http://schemas.microsoft.com/office/drawing/2014/main" id="{8A3CE6F6-D358-1315-C87D-2A54BB42CCC6}"/>
              </a:ext>
            </a:extLst>
          </p:cNvPr>
          <p:cNvCxnSpPr>
            <a:cxnSpLocks/>
            <a:stCxn id="978" idx="0"/>
            <a:endCxn id="33" idx="1"/>
          </p:cNvCxnSpPr>
          <p:nvPr/>
        </p:nvCxnSpPr>
        <p:spPr>
          <a:xfrm flipV="1">
            <a:off x="762459" y="667437"/>
            <a:ext cx="2352995" cy="41540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8" name="Straight Arrow Connector 1007">
            <a:extLst>
              <a:ext uri="{FF2B5EF4-FFF2-40B4-BE49-F238E27FC236}">
                <a16:creationId xmlns:a16="http://schemas.microsoft.com/office/drawing/2014/main" id="{2281C673-6741-177D-4FED-2D33EF235CD7}"/>
              </a:ext>
            </a:extLst>
          </p:cNvPr>
          <p:cNvCxnSpPr>
            <a:cxnSpLocks/>
            <a:stCxn id="976" idx="1"/>
            <a:endCxn id="4" idx="2"/>
          </p:cNvCxnSpPr>
          <p:nvPr/>
        </p:nvCxnSpPr>
        <p:spPr>
          <a:xfrm flipH="1" flipV="1">
            <a:off x="6730829" y="402289"/>
            <a:ext cx="1513777" cy="117027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Arrow Connector 848">
            <a:extLst>
              <a:ext uri="{FF2B5EF4-FFF2-40B4-BE49-F238E27FC236}">
                <a16:creationId xmlns:a16="http://schemas.microsoft.com/office/drawing/2014/main" id="{15479D5B-0413-5547-9854-55E90A03A69A}"/>
              </a:ext>
            </a:extLst>
          </p:cNvPr>
          <p:cNvCxnSpPr>
            <a:cxnSpLocks/>
            <a:stCxn id="332" idx="0"/>
            <a:endCxn id="978" idx="2"/>
          </p:cNvCxnSpPr>
          <p:nvPr/>
        </p:nvCxnSpPr>
        <p:spPr>
          <a:xfrm flipV="1">
            <a:off x="706851" y="1394297"/>
            <a:ext cx="55608" cy="300578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3083DE55-0AA2-575C-7628-5C7E7595DF0A}"/>
              </a:ext>
            </a:extLst>
          </p:cNvPr>
          <p:cNvSpPr/>
          <p:nvPr/>
        </p:nvSpPr>
        <p:spPr>
          <a:xfrm>
            <a:off x="5543351" y="2681230"/>
            <a:ext cx="2370357" cy="3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AddressDivisionGroupingBase</a:t>
            </a:r>
            <a:endParaRPr lang="en-US" sz="1400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7C1512F-FAC0-CD66-C6B1-6047AA918248}"/>
              </a:ext>
            </a:extLst>
          </p:cNvPr>
          <p:cNvCxnSpPr>
            <a:cxnSpLocks/>
            <a:stCxn id="96" idx="0"/>
            <a:endCxn id="13" idx="2"/>
          </p:cNvCxnSpPr>
          <p:nvPr/>
        </p:nvCxnSpPr>
        <p:spPr>
          <a:xfrm flipV="1">
            <a:off x="6728530" y="2391311"/>
            <a:ext cx="2299" cy="28991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DE4D8DE-0479-9883-7F60-6B92094E3C20}"/>
              </a:ext>
            </a:extLst>
          </p:cNvPr>
          <p:cNvCxnSpPr>
            <a:cxnSpLocks/>
            <a:endCxn id="96" idx="3"/>
          </p:cNvCxnSpPr>
          <p:nvPr/>
        </p:nvCxnSpPr>
        <p:spPr>
          <a:xfrm flipH="1" flipV="1">
            <a:off x="7913708" y="2838627"/>
            <a:ext cx="521394" cy="4107629"/>
          </a:xfrm>
          <a:prstGeom prst="straightConnector1">
            <a:avLst/>
          </a:prstGeom>
          <a:ln w="44450" cap="flat">
            <a:solidFill>
              <a:schemeClr val="tx1"/>
            </a:solidFill>
            <a:prstDash val="sysDot"/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85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D60C-E49F-0100-EF96-613D1C09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F783AA57-0270-FBCD-1652-47163F17A749}"/>
              </a:ext>
            </a:extLst>
          </p:cNvPr>
          <p:cNvSpPr/>
          <p:nvPr/>
        </p:nvSpPr>
        <p:spPr>
          <a:xfrm>
            <a:off x="6369774" y="2151939"/>
            <a:ext cx="3090241" cy="42520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IP Address Sequential Ranges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2D6849B9-D167-61E1-CDB2-ADD35304DA8B}"/>
              </a:ext>
            </a:extLst>
          </p:cNvPr>
          <p:cNvSpPr/>
          <p:nvPr/>
        </p:nvSpPr>
        <p:spPr>
          <a:xfrm>
            <a:off x="9681807" y="2151939"/>
            <a:ext cx="2337396" cy="42520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IP Address Subnets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FCE1D639-5432-614C-B449-DBB73541C825}"/>
              </a:ext>
            </a:extLst>
          </p:cNvPr>
          <p:cNvSpPr/>
          <p:nvPr/>
        </p:nvSpPr>
        <p:spPr>
          <a:xfrm>
            <a:off x="257399" y="1431544"/>
            <a:ext cx="5872585" cy="49881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IP Address Collections</a:t>
            </a:r>
          </a:p>
          <a:p>
            <a:pPr algn="ctr"/>
            <a:r>
              <a:rPr lang="en-US" sz="3200" dirty="0"/>
              <a:t>                                      </a:t>
            </a:r>
            <a:endParaRPr lang="en-US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11161-E770-86F0-B661-D77CCC04DBC7}"/>
              </a:ext>
            </a:extLst>
          </p:cNvPr>
          <p:cNvSpPr/>
          <p:nvPr/>
        </p:nvSpPr>
        <p:spPr>
          <a:xfrm>
            <a:off x="4507126" y="356709"/>
            <a:ext cx="1944088" cy="27894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IPAddressAggregation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91B11F-B326-9960-057D-0C56E561DE18}"/>
              </a:ext>
            </a:extLst>
          </p:cNvPr>
          <p:cNvSpPr/>
          <p:nvPr/>
        </p:nvSpPr>
        <p:spPr>
          <a:xfrm>
            <a:off x="383539" y="2641393"/>
            <a:ext cx="2525900" cy="2911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IPAddressContainmentTrieBase</a:t>
            </a:r>
            <a:endParaRPr lang="en-US" sz="1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1A26CB-891A-0514-1FDD-0AA544BAAA78}"/>
              </a:ext>
            </a:extLst>
          </p:cNvPr>
          <p:cNvCxnSpPr>
            <a:cxnSpLocks/>
            <a:stCxn id="33" idx="0"/>
            <a:endCxn id="4" idx="2"/>
          </p:cNvCxnSpPr>
          <p:nvPr/>
        </p:nvCxnSpPr>
        <p:spPr>
          <a:xfrm flipV="1">
            <a:off x="3219875" y="635655"/>
            <a:ext cx="2259295" cy="117100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BFE3D0C-28B9-91AE-BB57-04DAD7C69F3D}"/>
              </a:ext>
            </a:extLst>
          </p:cNvPr>
          <p:cNvCxnSpPr>
            <a:cxnSpLocks/>
            <a:stCxn id="25" idx="0"/>
            <a:endCxn id="33" idx="2"/>
          </p:cNvCxnSpPr>
          <p:nvPr/>
        </p:nvCxnSpPr>
        <p:spPr>
          <a:xfrm flipV="1">
            <a:off x="1646489" y="2078118"/>
            <a:ext cx="1573386" cy="56327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28CC868-ABA2-F2E1-07C8-5A5EE27206C1}"/>
              </a:ext>
            </a:extLst>
          </p:cNvPr>
          <p:cNvCxnSpPr>
            <a:cxnSpLocks/>
            <a:stCxn id="108" idx="0"/>
            <a:endCxn id="25" idx="2"/>
          </p:cNvCxnSpPr>
          <p:nvPr/>
        </p:nvCxnSpPr>
        <p:spPr>
          <a:xfrm flipV="1">
            <a:off x="1469129" y="2932587"/>
            <a:ext cx="177360" cy="282678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013D3E4-DB8E-BA7E-0689-B5D29403E130}"/>
              </a:ext>
            </a:extLst>
          </p:cNvPr>
          <p:cNvSpPr/>
          <p:nvPr/>
        </p:nvSpPr>
        <p:spPr>
          <a:xfrm>
            <a:off x="1623259" y="4719740"/>
            <a:ext cx="2287340" cy="2911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IPv4AddressContainmentTrie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000CED8-0E4E-DADF-C2FA-0618B03B234A}"/>
              </a:ext>
            </a:extLst>
          </p:cNvPr>
          <p:cNvCxnSpPr>
            <a:cxnSpLocks/>
            <a:stCxn id="137" idx="0"/>
            <a:endCxn id="25" idx="2"/>
          </p:cNvCxnSpPr>
          <p:nvPr/>
        </p:nvCxnSpPr>
        <p:spPr>
          <a:xfrm flipH="1" flipV="1">
            <a:off x="1646489" y="2932587"/>
            <a:ext cx="1120440" cy="178715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329BEC0-96F2-CAE8-ACAC-7F9E8602AC79}"/>
              </a:ext>
            </a:extLst>
          </p:cNvPr>
          <p:cNvSpPr/>
          <p:nvPr/>
        </p:nvSpPr>
        <p:spPr>
          <a:xfrm>
            <a:off x="2286616" y="3486923"/>
            <a:ext cx="2112050" cy="2883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IPAddressContainmentTrie</a:t>
            </a:r>
            <a:endParaRPr lang="en-US" sz="14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D1FCF8F-045E-F823-B12E-E663A77BEDEE}"/>
              </a:ext>
            </a:extLst>
          </p:cNvPr>
          <p:cNvSpPr/>
          <p:nvPr/>
        </p:nvSpPr>
        <p:spPr>
          <a:xfrm>
            <a:off x="4127201" y="3928893"/>
            <a:ext cx="1880873" cy="2883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IPAddressSeqRangeList</a:t>
            </a:r>
            <a:endParaRPr lang="en-US" sz="1400" dirty="0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F782586F-C171-C784-D345-75E43FDB4515}"/>
              </a:ext>
            </a:extLst>
          </p:cNvPr>
          <p:cNvCxnSpPr>
            <a:cxnSpLocks/>
            <a:stCxn id="203" idx="0"/>
            <a:endCxn id="33" idx="2"/>
          </p:cNvCxnSpPr>
          <p:nvPr/>
        </p:nvCxnSpPr>
        <p:spPr>
          <a:xfrm flipH="1" flipV="1">
            <a:off x="3219875" y="2078118"/>
            <a:ext cx="1847763" cy="185077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9EAF4F68-1A23-F8E7-D2E7-BFB9EC21EAF7}"/>
              </a:ext>
            </a:extLst>
          </p:cNvPr>
          <p:cNvCxnSpPr>
            <a:cxnSpLocks/>
            <a:stCxn id="189" idx="0"/>
          </p:cNvCxnSpPr>
          <p:nvPr/>
        </p:nvCxnSpPr>
        <p:spPr>
          <a:xfrm flipH="1" flipV="1">
            <a:off x="1691028" y="2956747"/>
            <a:ext cx="1651613" cy="53017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4" name="Rectangle 253">
            <a:extLst>
              <a:ext uri="{FF2B5EF4-FFF2-40B4-BE49-F238E27FC236}">
                <a16:creationId xmlns:a16="http://schemas.microsoft.com/office/drawing/2014/main" id="{C7490550-46C1-25F0-E5C7-0BA7DD77981E}"/>
              </a:ext>
            </a:extLst>
          </p:cNvPr>
          <p:cNvSpPr/>
          <p:nvPr/>
        </p:nvSpPr>
        <p:spPr>
          <a:xfrm>
            <a:off x="2809677" y="5332656"/>
            <a:ext cx="2039485" cy="2911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IPv4AddressSeqRangeList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A015320E-D9FF-104F-D927-A5918D5429FF}"/>
              </a:ext>
            </a:extLst>
          </p:cNvPr>
          <p:cNvSpPr/>
          <p:nvPr/>
        </p:nvSpPr>
        <p:spPr>
          <a:xfrm>
            <a:off x="4001208" y="5859164"/>
            <a:ext cx="2039486" cy="2883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IPv6AddressSeqRangeList</a:t>
            </a:r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DEF3C954-E9EB-9FFF-88F3-D63B4127CF5A}"/>
              </a:ext>
            </a:extLst>
          </p:cNvPr>
          <p:cNvCxnSpPr>
            <a:cxnSpLocks/>
            <a:stCxn id="255" idx="0"/>
            <a:endCxn id="203" idx="2"/>
          </p:cNvCxnSpPr>
          <p:nvPr/>
        </p:nvCxnSpPr>
        <p:spPr>
          <a:xfrm flipV="1">
            <a:off x="5020951" y="4217268"/>
            <a:ext cx="46687" cy="164189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A0969B8C-514A-6042-97F7-DD317A3125B5}"/>
              </a:ext>
            </a:extLst>
          </p:cNvPr>
          <p:cNvCxnSpPr>
            <a:cxnSpLocks/>
            <a:stCxn id="254" idx="0"/>
            <a:endCxn id="203" idx="2"/>
          </p:cNvCxnSpPr>
          <p:nvPr/>
        </p:nvCxnSpPr>
        <p:spPr>
          <a:xfrm flipV="1">
            <a:off x="3829420" y="4217268"/>
            <a:ext cx="1238218" cy="111538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48CC1E4-5822-3211-8A49-08E7BADA96AD}"/>
              </a:ext>
            </a:extLst>
          </p:cNvPr>
          <p:cNvSpPr/>
          <p:nvPr/>
        </p:nvSpPr>
        <p:spPr>
          <a:xfrm>
            <a:off x="9949747" y="2820841"/>
            <a:ext cx="1102449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</a:t>
            </a:r>
            <a:endParaRPr lang="en-US" sz="14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C6F790F8-F1AD-A2FD-2A90-1AA496293760}"/>
              </a:ext>
            </a:extLst>
          </p:cNvPr>
          <p:cNvSpPr/>
          <p:nvPr/>
        </p:nvSpPr>
        <p:spPr>
          <a:xfrm>
            <a:off x="9862274" y="4848304"/>
            <a:ext cx="1128402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F93738D9-F138-7838-1FE4-A53D3998D932}"/>
              </a:ext>
            </a:extLst>
          </p:cNvPr>
          <p:cNvSpPr/>
          <p:nvPr/>
        </p:nvSpPr>
        <p:spPr>
          <a:xfrm>
            <a:off x="10759992" y="4082628"/>
            <a:ext cx="1128402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B2AE88C2-C0FA-FB22-C387-63DB817D2E41}"/>
              </a:ext>
            </a:extLst>
          </p:cNvPr>
          <p:cNvCxnSpPr>
            <a:cxnSpLocks/>
            <a:stCxn id="334" idx="0"/>
            <a:endCxn id="332" idx="2"/>
          </p:cNvCxnSpPr>
          <p:nvPr/>
        </p:nvCxnSpPr>
        <p:spPr>
          <a:xfrm flipV="1">
            <a:off x="10426475" y="3090122"/>
            <a:ext cx="74497" cy="175818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AB8CC80F-BAA5-0508-1AD5-73A19E1E0659}"/>
              </a:ext>
            </a:extLst>
          </p:cNvPr>
          <p:cNvCxnSpPr>
            <a:cxnSpLocks/>
            <a:stCxn id="335" idx="0"/>
            <a:endCxn id="332" idx="2"/>
          </p:cNvCxnSpPr>
          <p:nvPr/>
        </p:nvCxnSpPr>
        <p:spPr>
          <a:xfrm flipH="1" flipV="1">
            <a:off x="10500972" y="3090122"/>
            <a:ext cx="823221" cy="99250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56984A3-F218-F81B-F484-4156D9ED7FE2}"/>
              </a:ext>
            </a:extLst>
          </p:cNvPr>
          <p:cNvSpPr/>
          <p:nvPr/>
        </p:nvSpPr>
        <p:spPr>
          <a:xfrm>
            <a:off x="2143160" y="1806664"/>
            <a:ext cx="2153430" cy="27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IPAddressCollection</a:t>
            </a:r>
            <a:endParaRPr lang="en-US" sz="1400" dirty="0"/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0977D5EB-35C7-A9A0-D9A3-865B862D7933}"/>
              </a:ext>
            </a:extLst>
          </p:cNvPr>
          <p:cNvSpPr/>
          <p:nvPr/>
        </p:nvSpPr>
        <p:spPr>
          <a:xfrm>
            <a:off x="6555885" y="1403003"/>
            <a:ext cx="1406757" cy="31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IPAddressRange</a:t>
            </a:r>
            <a:endParaRPr lang="en-US" sz="1400" dirty="0"/>
          </a:p>
        </p:txBody>
      </p:sp>
      <p:cxnSp>
        <p:nvCxnSpPr>
          <p:cNvPr id="1008" name="Straight Arrow Connector 1007">
            <a:extLst>
              <a:ext uri="{FF2B5EF4-FFF2-40B4-BE49-F238E27FC236}">
                <a16:creationId xmlns:a16="http://schemas.microsoft.com/office/drawing/2014/main" id="{F38C9E7C-97DB-98A2-0263-C4FA625BBB3B}"/>
              </a:ext>
            </a:extLst>
          </p:cNvPr>
          <p:cNvCxnSpPr>
            <a:cxnSpLocks/>
            <a:stCxn id="978" idx="0"/>
            <a:endCxn id="4" idx="2"/>
          </p:cNvCxnSpPr>
          <p:nvPr/>
        </p:nvCxnSpPr>
        <p:spPr>
          <a:xfrm flipH="1" flipV="1">
            <a:off x="5479170" y="635655"/>
            <a:ext cx="1780094" cy="76734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Arrow Connector 848">
            <a:extLst>
              <a:ext uri="{FF2B5EF4-FFF2-40B4-BE49-F238E27FC236}">
                <a16:creationId xmlns:a16="http://schemas.microsoft.com/office/drawing/2014/main" id="{8006EBBE-3C80-FA8A-7E41-B30F87883C0B}"/>
              </a:ext>
            </a:extLst>
          </p:cNvPr>
          <p:cNvCxnSpPr>
            <a:cxnSpLocks/>
            <a:stCxn id="332" idx="0"/>
            <a:endCxn id="978" idx="3"/>
          </p:cNvCxnSpPr>
          <p:nvPr/>
        </p:nvCxnSpPr>
        <p:spPr>
          <a:xfrm flipH="1" flipV="1">
            <a:off x="7962642" y="1558730"/>
            <a:ext cx="2538330" cy="126211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8" name="Rectangle 997">
            <a:extLst>
              <a:ext uri="{FF2B5EF4-FFF2-40B4-BE49-F238E27FC236}">
                <a16:creationId xmlns:a16="http://schemas.microsoft.com/office/drawing/2014/main" id="{AB8444FE-23EE-14F0-9B18-A51E75DDCD50}"/>
              </a:ext>
            </a:extLst>
          </p:cNvPr>
          <p:cNvSpPr/>
          <p:nvPr/>
        </p:nvSpPr>
        <p:spPr>
          <a:xfrm>
            <a:off x="6495065" y="3380541"/>
            <a:ext cx="1665984" cy="2646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IPAddressSeqRange</a:t>
            </a:r>
            <a:endParaRPr lang="en-US" sz="1400" dirty="0"/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BB4BDB72-74E3-7ACD-E9E4-7D9BFCA1D735}"/>
              </a:ext>
            </a:extLst>
          </p:cNvPr>
          <p:cNvSpPr/>
          <p:nvPr/>
        </p:nvSpPr>
        <p:spPr>
          <a:xfrm>
            <a:off x="6428997" y="4979904"/>
            <a:ext cx="1798118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IPv4AddressSeqRange</a:t>
            </a:r>
          </a:p>
        </p:txBody>
      </p:sp>
      <p:sp>
        <p:nvSpPr>
          <p:cNvPr id="1000" name="Rectangle 999">
            <a:extLst>
              <a:ext uri="{FF2B5EF4-FFF2-40B4-BE49-F238E27FC236}">
                <a16:creationId xmlns:a16="http://schemas.microsoft.com/office/drawing/2014/main" id="{188FD603-AACA-7DD2-562B-5DEDFF696B3F}"/>
              </a:ext>
            </a:extLst>
          </p:cNvPr>
          <p:cNvSpPr/>
          <p:nvPr/>
        </p:nvSpPr>
        <p:spPr>
          <a:xfrm>
            <a:off x="7606355" y="4416393"/>
            <a:ext cx="1793351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IPv6AddressSeqRange</a:t>
            </a:r>
          </a:p>
        </p:txBody>
      </p:sp>
      <p:cxnSp>
        <p:nvCxnSpPr>
          <p:cNvPr id="1001" name="Straight Arrow Connector 1000">
            <a:extLst>
              <a:ext uri="{FF2B5EF4-FFF2-40B4-BE49-F238E27FC236}">
                <a16:creationId xmlns:a16="http://schemas.microsoft.com/office/drawing/2014/main" id="{78A9FB39-9DBE-741A-FC11-E9083C1C1564}"/>
              </a:ext>
            </a:extLst>
          </p:cNvPr>
          <p:cNvCxnSpPr>
            <a:cxnSpLocks/>
            <a:stCxn id="999" idx="0"/>
            <a:endCxn id="998" idx="2"/>
          </p:cNvCxnSpPr>
          <p:nvPr/>
        </p:nvCxnSpPr>
        <p:spPr>
          <a:xfrm flipV="1">
            <a:off x="7328056" y="3645238"/>
            <a:ext cx="1" cy="133466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2" name="Straight Arrow Connector 1001">
            <a:extLst>
              <a:ext uri="{FF2B5EF4-FFF2-40B4-BE49-F238E27FC236}">
                <a16:creationId xmlns:a16="http://schemas.microsoft.com/office/drawing/2014/main" id="{C0FCED4D-2738-FF8C-07B4-94202AD4CA0B}"/>
              </a:ext>
            </a:extLst>
          </p:cNvPr>
          <p:cNvCxnSpPr>
            <a:cxnSpLocks/>
            <a:stCxn id="1000" idx="0"/>
          </p:cNvCxnSpPr>
          <p:nvPr/>
        </p:nvCxnSpPr>
        <p:spPr>
          <a:xfrm flipH="1" flipV="1">
            <a:off x="7341714" y="3645239"/>
            <a:ext cx="1161317" cy="77115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3" name="Straight Arrow Connector 1002">
            <a:extLst>
              <a:ext uri="{FF2B5EF4-FFF2-40B4-BE49-F238E27FC236}">
                <a16:creationId xmlns:a16="http://schemas.microsoft.com/office/drawing/2014/main" id="{AB38A1EF-13EE-96AA-33FC-5678970A669A}"/>
              </a:ext>
            </a:extLst>
          </p:cNvPr>
          <p:cNvCxnSpPr>
            <a:cxnSpLocks/>
            <a:stCxn id="998" idx="0"/>
            <a:endCxn id="978" idx="2"/>
          </p:cNvCxnSpPr>
          <p:nvPr/>
        </p:nvCxnSpPr>
        <p:spPr>
          <a:xfrm flipH="1" flipV="1">
            <a:off x="7259264" y="1714457"/>
            <a:ext cx="68793" cy="166608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15230C-7389-526F-AF55-E1D2CF9F9415}"/>
              </a:ext>
            </a:extLst>
          </p:cNvPr>
          <p:cNvSpPr/>
          <p:nvPr/>
        </p:nvSpPr>
        <p:spPr>
          <a:xfrm>
            <a:off x="325459" y="5759371"/>
            <a:ext cx="2287339" cy="2911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IPv6AddressContainmentTrie</a:t>
            </a:r>
          </a:p>
        </p:txBody>
      </p:sp>
    </p:spTree>
    <p:extLst>
      <p:ext uri="{BB962C8B-B14F-4D97-AF65-F5344CB8AC3E}">
        <p14:creationId xmlns:p14="http://schemas.microsoft.com/office/powerpoint/2010/main" val="403906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95368-C87D-CD12-9EB4-D6BC84E5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Rectangle 988">
            <a:extLst>
              <a:ext uri="{FF2B5EF4-FFF2-40B4-BE49-F238E27FC236}">
                <a16:creationId xmlns:a16="http://schemas.microsoft.com/office/drawing/2014/main" id="{2282902F-766F-585A-E94A-4087967D0B35}"/>
              </a:ext>
            </a:extLst>
          </p:cNvPr>
          <p:cNvSpPr/>
          <p:nvPr/>
        </p:nvSpPr>
        <p:spPr>
          <a:xfrm>
            <a:off x="8800170" y="402289"/>
            <a:ext cx="3318668" cy="621650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Divisions and Segments</a:t>
            </a:r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FCE34542-C24B-95F8-EB27-A5847023EC3E}"/>
              </a:ext>
            </a:extLst>
          </p:cNvPr>
          <p:cNvSpPr/>
          <p:nvPr/>
        </p:nvSpPr>
        <p:spPr>
          <a:xfrm>
            <a:off x="85415" y="1630597"/>
            <a:ext cx="2268691" cy="498819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Addresses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DAD2A4B3-7C5A-EB48-A834-428C5B66A188}"/>
              </a:ext>
            </a:extLst>
          </p:cNvPr>
          <p:cNvSpPr/>
          <p:nvPr/>
        </p:nvSpPr>
        <p:spPr>
          <a:xfrm>
            <a:off x="2513342" y="1389667"/>
            <a:ext cx="6115726" cy="522893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Division and Segment Groupings  </a:t>
            </a:r>
          </a:p>
          <a:p>
            <a:pPr algn="ctr"/>
            <a:r>
              <a:rPr lang="en-US" sz="3200" dirty="0"/>
              <a:t>                                      </a:t>
            </a:r>
            <a:endParaRPr lang="en-US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96E00-86D8-1EB1-8A70-F78F2AAAADFB}"/>
              </a:ext>
            </a:extLst>
          </p:cNvPr>
          <p:cNvSpPr/>
          <p:nvPr/>
        </p:nvSpPr>
        <p:spPr>
          <a:xfrm>
            <a:off x="6768843" y="155430"/>
            <a:ext cx="1410057" cy="28785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AddressItem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2C3D4E-6E73-C213-ED8B-663255C1E9E1}"/>
              </a:ext>
            </a:extLst>
          </p:cNvPr>
          <p:cNvSpPr/>
          <p:nvPr/>
        </p:nvSpPr>
        <p:spPr>
          <a:xfrm>
            <a:off x="4335967" y="624288"/>
            <a:ext cx="1730027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AddressComponent</a:t>
            </a:r>
            <a:endParaRPr lang="en-US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4F55D5-E659-0BF8-351C-70777B2F2F1C}"/>
              </a:ext>
            </a:extLst>
          </p:cNvPr>
          <p:cNvCxnSpPr>
            <a:cxnSpLocks/>
            <a:stCxn id="15" idx="0"/>
            <a:endCxn id="66" idx="2"/>
          </p:cNvCxnSpPr>
          <p:nvPr/>
        </p:nvCxnSpPr>
        <p:spPr>
          <a:xfrm flipV="1">
            <a:off x="10995530" y="2405156"/>
            <a:ext cx="1" cy="28980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A1C7463-4174-14D1-2273-173376C72728}"/>
              </a:ext>
            </a:extLst>
          </p:cNvPr>
          <p:cNvSpPr/>
          <p:nvPr/>
        </p:nvSpPr>
        <p:spPr>
          <a:xfrm>
            <a:off x="9548064" y="3369894"/>
            <a:ext cx="1507814" cy="3114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AddressSegment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5D85A0-86C5-A50E-2865-41D2F3D0EDCF}"/>
              </a:ext>
            </a:extLst>
          </p:cNvPr>
          <p:cNvSpPr/>
          <p:nvPr/>
        </p:nvSpPr>
        <p:spPr>
          <a:xfrm>
            <a:off x="5511727" y="3436599"/>
            <a:ext cx="1304753" cy="3157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AddressSection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893509-2FF9-17C9-1C29-D1347BE6CB9A}"/>
              </a:ext>
            </a:extLst>
          </p:cNvPr>
          <p:cNvSpPr/>
          <p:nvPr/>
        </p:nvSpPr>
        <p:spPr>
          <a:xfrm>
            <a:off x="6508742" y="1754584"/>
            <a:ext cx="1915726" cy="28670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AddressDivisionSeries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5CB568-54E3-D9E1-1CB6-A877330AF139}"/>
              </a:ext>
            </a:extLst>
          </p:cNvPr>
          <p:cNvSpPr/>
          <p:nvPr/>
        </p:nvSpPr>
        <p:spPr>
          <a:xfrm>
            <a:off x="10301971" y="2694958"/>
            <a:ext cx="1387117" cy="29465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B5E808-8D00-18F3-7683-DE6EC6574619}"/>
              </a:ext>
            </a:extLst>
          </p:cNvPr>
          <p:cNvSpPr/>
          <p:nvPr/>
        </p:nvSpPr>
        <p:spPr>
          <a:xfrm>
            <a:off x="4236481" y="1801748"/>
            <a:ext cx="1888570" cy="2867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AddressSegmentSeries</a:t>
            </a:r>
            <a:endParaRPr lang="en-US" sz="14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9440415-93D2-F28E-855F-983E12EAC267}"/>
              </a:ext>
            </a:extLst>
          </p:cNvPr>
          <p:cNvCxnSpPr>
            <a:cxnSpLocks/>
            <a:stCxn id="581" idx="1"/>
            <a:endCxn id="6" idx="3"/>
          </p:cNvCxnSpPr>
          <p:nvPr/>
        </p:nvCxnSpPr>
        <p:spPr>
          <a:xfrm flipH="1" flipV="1">
            <a:off x="6065994" y="781332"/>
            <a:ext cx="2812355" cy="98361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D01DF99-8701-89E0-7257-6A01AB207CC6}"/>
              </a:ext>
            </a:extLst>
          </p:cNvPr>
          <p:cNvCxnSpPr>
            <a:cxnSpLocks/>
            <a:stCxn id="25" idx="0"/>
            <a:endCxn id="6" idx="2"/>
          </p:cNvCxnSpPr>
          <p:nvPr/>
        </p:nvCxnSpPr>
        <p:spPr>
          <a:xfrm flipV="1">
            <a:off x="5180766" y="938376"/>
            <a:ext cx="20215" cy="86337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A91B98F-82D9-C984-6A2B-C6D8CD79BD79}"/>
              </a:ext>
            </a:extLst>
          </p:cNvPr>
          <p:cNvSpPr/>
          <p:nvPr/>
        </p:nvSpPr>
        <p:spPr>
          <a:xfrm>
            <a:off x="10335714" y="4004135"/>
            <a:ext cx="1580000" cy="3012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IPAddressSegment</a:t>
            </a:r>
            <a:endParaRPr lang="en-US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D444D69-A94D-9FF2-0F44-1023AEB843F2}"/>
              </a:ext>
            </a:extLst>
          </p:cNvPr>
          <p:cNvSpPr/>
          <p:nvPr/>
        </p:nvSpPr>
        <p:spPr>
          <a:xfrm>
            <a:off x="8873891" y="4436828"/>
            <a:ext cx="1756968" cy="28082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MACAddressSegment</a:t>
            </a:r>
            <a:endParaRPr lang="en-US" sz="14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4BF33C3-F8C0-E64D-2E3D-470D0BE787AC}"/>
              </a:ext>
            </a:extLst>
          </p:cNvPr>
          <p:cNvCxnSpPr>
            <a:cxnSpLocks/>
            <a:stCxn id="56" idx="0"/>
            <a:endCxn id="11" idx="2"/>
          </p:cNvCxnSpPr>
          <p:nvPr/>
        </p:nvCxnSpPr>
        <p:spPr>
          <a:xfrm flipH="1" flipV="1">
            <a:off x="10301971" y="3681348"/>
            <a:ext cx="823743" cy="32278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592C78B-0DC3-6D5F-85ED-30C54BC7F5B6}"/>
              </a:ext>
            </a:extLst>
          </p:cNvPr>
          <p:cNvSpPr/>
          <p:nvPr/>
        </p:nvSpPr>
        <p:spPr>
          <a:xfrm>
            <a:off x="9238561" y="5343281"/>
            <a:ext cx="1756968" cy="2871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IPv4AddressSegment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1385DF0-8776-FB0F-CA26-2F26284797FA}"/>
              </a:ext>
            </a:extLst>
          </p:cNvPr>
          <p:cNvSpPr/>
          <p:nvPr/>
        </p:nvSpPr>
        <p:spPr>
          <a:xfrm>
            <a:off x="10235533" y="5877278"/>
            <a:ext cx="1780363" cy="2871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IPv6AddressSegment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E1CDF34-C3FD-1058-7B4C-870A4F4E12B4}"/>
              </a:ext>
            </a:extLst>
          </p:cNvPr>
          <p:cNvCxnSpPr>
            <a:cxnSpLocks/>
            <a:stCxn id="79" idx="0"/>
            <a:endCxn id="56" idx="2"/>
          </p:cNvCxnSpPr>
          <p:nvPr/>
        </p:nvCxnSpPr>
        <p:spPr>
          <a:xfrm flipH="1" flipV="1">
            <a:off x="11125714" y="4305391"/>
            <a:ext cx="1" cy="157188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094B9F3-53CE-804E-CD8A-F1BC6C6C9E96}"/>
              </a:ext>
            </a:extLst>
          </p:cNvPr>
          <p:cNvCxnSpPr>
            <a:cxnSpLocks/>
            <a:stCxn id="78" idx="0"/>
            <a:endCxn id="56" idx="2"/>
          </p:cNvCxnSpPr>
          <p:nvPr/>
        </p:nvCxnSpPr>
        <p:spPr>
          <a:xfrm flipV="1">
            <a:off x="10117045" y="4305391"/>
            <a:ext cx="1008669" cy="103789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C78E900-3151-8B84-76DC-89CE9B229B6E}"/>
              </a:ext>
            </a:extLst>
          </p:cNvPr>
          <p:cNvCxnSpPr>
            <a:cxnSpLocks/>
            <a:stCxn id="57" idx="0"/>
            <a:endCxn id="11" idx="2"/>
          </p:cNvCxnSpPr>
          <p:nvPr/>
        </p:nvCxnSpPr>
        <p:spPr>
          <a:xfrm flipV="1">
            <a:off x="9752375" y="3681348"/>
            <a:ext cx="549596" cy="75548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166E49C-9040-A4C9-B1B5-C785F3CCAD15}"/>
              </a:ext>
            </a:extLst>
          </p:cNvPr>
          <p:cNvCxnSpPr>
            <a:cxnSpLocks/>
            <a:stCxn id="1116" idx="0"/>
            <a:endCxn id="25" idx="2"/>
          </p:cNvCxnSpPr>
          <p:nvPr/>
        </p:nvCxnSpPr>
        <p:spPr>
          <a:xfrm flipH="1" flipV="1">
            <a:off x="5180766" y="2088448"/>
            <a:ext cx="1024877" cy="75654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14D23AD-D48F-0370-140F-88C2973A776B}"/>
              </a:ext>
            </a:extLst>
          </p:cNvPr>
          <p:cNvSpPr/>
          <p:nvPr/>
        </p:nvSpPr>
        <p:spPr>
          <a:xfrm>
            <a:off x="1491434" y="2721341"/>
            <a:ext cx="807510" cy="28360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Address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6B8B9B2E-A03D-8CEA-1ABF-ADDCA01B0584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2251512" y="1945098"/>
            <a:ext cx="1984969" cy="15644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96A93B1-03DB-837F-48F7-CF14C8C9AE83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flipV="1">
            <a:off x="7466605" y="443289"/>
            <a:ext cx="7267" cy="131129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7AC775A-4155-B1DA-7F6B-213F8B3E4766}"/>
              </a:ext>
            </a:extLst>
          </p:cNvPr>
          <p:cNvSpPr/>
          <p:nvPr/>
        </p:nvSpPr>
        <p:spPr>
          <a:xfrm>
            <a:off x="6407772" y="3961261"/>
            <a:ext cx="2081763" cy="3147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AddressDivisionGrouping</a:t>
            </a:r>
            <a:endParaRPr lang="en-US" sz="1400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62462AD-C78C-7004-E45E-C29363478F6E}"/>
              </a:ext>
            </a:extLst>
          </p:cNvPr>
          <p:cNvCxnSpPr>
            <a:cxnSpLocks/>
            <a:stCxn id="136" idx="0"/>
            <a:endCxn id="5" idx="2"/>
          </p:cNvCxnSpPr>
          <p:nvPr/>
        </p:nvCxnSpPr>
        <p:spPr>
          <a:xfrm flipV="1">
            <a:off x="7448654" y="2612892"/>
            <a:ext cx="8002" cy="134836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9" name="Rectangle 188">
            <a:extLst>
              <a:ext uri="{FF2B5EF4-FFF2-40B4-BE49-F238E27FC236}">
                <a16:creationId xmlns:a16="http://schemas.microsoft.com/office/drawing/2014/main" id="{13950E5D-6CC2-B909-C073-6EA98A25FA36}"/>
              </a:ext>
            </a:extLst>
          </p:cNvPr>
          <p:cNvSpPr/>
          <p:nvPr/>
        </p:nvSpPr>
        <p:spPr>
          <a:xfrm>
            <a:off x="4728950" y="4696125"/>
            <a:ext cx="1476693" cy="31454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IPAddressSection</a:t>
            </a:r>
            <a:endParaRPr lang="en-US" sz="1400" dirty="0"/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5C6691CF-0C75-0206-1B5E-FC3BBDA94D71}"/>
              </a:ext>
            </a:extLst>
          </p:cNvPr>
          <p:cNvCxnSpPr>
            <a:cxnSpLocks/>
            <a:stCxn id="997" idx="0"/>
            <a:endCxn id="60" idx="3"/>
          </p:cNvCxnSpPr>
          <p:nvPr/>
        </p:nvCxnSpPr>
        <p:spPr>
          <a:xfrm flipH="1" flipV="1">
            <a:off x="5550269" y="4221709"/>
            <a:ext cx="1878341" cy="88720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491897D9-369C-0A81-CDB3-E76C04D84754}"/>
              </a:ext>
            </a:extLst>
          </p:cNvPr>
          <p:cNvSpPr/>
          <p:nvPr/>
        </p:nvSpPr>
        <p:spPr>
          <a:xfrm>
            <a:off x="2833171" y="3510144"/>
            <a:ext cx="1727678" cy="28616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MACAddressSection</a:t>
            </a:r>
            <a:endParaRPr lang="en-US" sz="1400" dirty="0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956D2C5C-BB43-074A-0379-B99BBB4A33AB}"/>
              </a:ext>
            </a:extLst>
          </p:cNvPr>
          <p:cNvCxnSpPr>
            <a:cxnSpLocks/>
            <a:stCxn id="203" idx="3"/>
            <a:endCxn id="12" idx="1"/>
          </p:cNvCxnSpPr>
          <p:nvPr/>
        </p:nvCxnSpPr>
        <p:spPr>
          <a:xfrm flipV="1">
            <a:off x="4560849" y="3594471"/>
            <a:ext cx="950878" cy="5875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EADC1B56-38F4-7B77-40F3-C986B291DE56}"/>
              </a:ext>
            </a:extLst>
          </p:cNvPr>
          <p:cNvCxnSpPr>
            <a:cxnSpLocks/>
            <a:stCxn id="189" idx="0"/>
            <a:endCxn id="12" idx="2"/>
          </p:cNvCxnSpPr>
          <p:nvPr/>
        </p:nvCxnSpPr>
        <p:spPr>
          <a:xfrm flipV="1">
            <a:off x="5467297" y="3752342"/>
            <a:ext cx="696807" cy="94378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4" name="Rectangle 253">
            <a:extLst>
              <a:ext uri="{FF2B5EF4-FFF2-40B4-BE49-F238E27FC236}">
                <a16:creationId xmlns:a16="http://schemas.microsoft.com/office/drawing/2014/main" id="{391ECBBB-FA00-968F-03C1-3859F090231C}"/>
              </a:ext>
            </a:extLst>
          </p:cNvPr>
          <p:cNvSpPr/>
          <p:nvPr/>
        </p:nvSpPr>
        <p:spPr>
          <a:xfrm>
            <a:off x="2924801" y="6164449"/>
            <a:ext cx="1800678" cy="26431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IPv4AddressSection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1F131E23-E136-73A2-7678-5CFED0AED527}"/>
              </a:ext>
            </a:extLst>
          </p:cNvPr>
          <p:cNvSpPr/>
          <p:nvPr/>
        </p:nvSpPr>
        <p:spPr>
          <a:xfrm>
            <a:off x="5184499" y="6164449"/>
            <a:ext cx="1703462" cy="27051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IPv6AddressSection</a:t>
            </a:r>
          </a:p>
        </p:txBody>
      </p: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CF19B677-9B8C-7E81-8B8A-32BCB8FCEC3A}"/>
              </a:ext>
            </a:extLst>
          </p:cNvPr>
          <p:cNvCxnSpPr>
            <a:cxnSpLocks/>
            <a:stCxn id="255" idx="0"/>
            <a:endCxn id="189" idx="2"/>
          </p:cNvCxnSpPr>
          <p:nvPr/>
        </p:nvCxnSpPr>
        <p:spPr>
          <a:xfrm flipH="1" flipV="1">
            <a:off x="5467297" y="5010670"/>
            <a:ext cx="568933" cy="115377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BCB41326-EF8E-B815-CD34-2C55FBBF8942}"/>
              </a:ext>
            </a:extLst>
          </p:cNvPr>
          <p:cNvCxnSpPr>
            <a:cxnSpLocks/>
            <a:stCxn id="254" idx="0"/>
            <a:endCxn id="189" idx="2"/>
          </p:cNvCxnSpPr>
          <p:nvPr/>
        </p:nvCxnSpPr>
        <p:spPr>
          <a:xfrm flipV="1">
            <a:off x="3825140" y="5010670"/>
            <a:ext cx="1642157" cy="115377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532BE93E-E1A8-5DAD-CF46-518C07512D1F}"/>
              </a:ext>
            </a:extLst>
          </p:cNvPr>
          <p:cNvSpPr/>
          <p:nvPr/>
        </p:nvSpPr>
        <p:spPr>
          <a:xfrm>
            <a:off x="221168" y="4667593"/>
            <a:ext cx="1068161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</a:t>
            </a:r>
            <a:endParaRPr lang="en-US" sz="14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589CA251-651C-D61E-F613-1666E56B7E31}"/>
              </a:ext>
            </a:extLst>
          </p:cNvPr>
          <p:cNvSpPr/>
          <p:nvPr/>
        </p:nvSpPr>
        <p:spPr>
          <a:xfrm>
            <a:off x="1167684" y="4132279"/>
            <a:ext cx="1114175" cy="2653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MACAddress</a:t>
            </a:r>
            <a:endParaRPr lang="en-US" sz="14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D902E06-97AE-999D-3948-BC1D091694E4}"/>
              </a:ext>
            </a:extLst>
          </p:cNvPr>
          <p:cNvSpPr/>
          <p:nvPr/>
        </p:nvSpPr>
        <p:spPr>
          <a:xfrm>
            <a:off x="178219" y="5845989"/>
            <a:ext cx="1128402" cy="27679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A2A48689-690F-1CE6-DF91-DB02597FED59}"/>
              </a:ext>
            </a:extLst>
          </p:cNvPr>
          <p:cNvSpPr/>
          <p:nvPr/>
        </p:nvSpPr>
        <p:spPr>
          <a:xfrm>
            <a:off x="1149271" y="6232390"/>
            <a:ext cx="1128402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E1B8585A-B026-2429-D2FF-CD6B8D5A4BA1}"/>
              </a:ext>
            </a:extLst>
          </p:cNvPr>
          <p:cNvCxnSpPr>
            <a:cxnSpLocks/>
            <a:stCxn id="334" idx="0"/>
            <a:endCxn id="332" idx="2"/>
          </p:cNvCxnSpPr>
          <p:nvPr/>
        </p:nvCxnSpPr>
        <p:spPr>
          <a:xfrm flipV="1">
            <a:off x="742420" y="4936874"/>
            <a:ext cx="12829" cy="90911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31499BB7-087E-EE34-C379-0454633B2F0C}"/>
              </a:ext>
            </a:extLst>
          </p:cNvPr>
          <p:cNvCxnSpPr>
            <a:cxnSpLocks/>
            <a:stCxn id="332" idx="0"/>
            <a:endCxn id="127" idx="2"/>
          </p:cNvCxnSpPr>
          <p:nvPr/>
        </p:nvCxnSpPr>
        <p:spPr>
          <a:xfrm flipV="1">
            <a:off x="755249" y="3004949"/>
            <a:ext cx="1139940" cy="166264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AB47B383-6405-277A-2844-E88BD301183C}"/>
              </a:ext>
            </a:extLst>
          </p:cNvPr>
          <p:cNvCxnSpPr>
            <a:cxnSpLocks/>
            <a:stCxn id="335" idx="0"/>
            <a:endCxn id="332" idx="2"/>
          </p:cNvCxnSpPr>
          <p:nvPr/>
        </p:nvCxnSpPr>
        <p:spPr>
          <a:xfrm flipH="1" flipV="1">
            <a:off x="755249" y="4936874"/>
            <a:ext cx="958223" cy="129551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Arrow Connector 437">
            <a:extLst>
              <a:ext uri="{FF2B5EF4-FFF2-40B4-BE49-F238E27FC236}">
                <a16:creationId xmlns:a16="http://schemas.microsoft.com/office/drawing/2014/main" id="{A3467F9C-FA13-DA2B-D0AA-B755C0879877}"/>
              </a:ext>
            </a:extLst>
          </p:cNvPr>
          <p:cNvCxnSpPr>
            <a:cxnSpLocks/>
            <a:stCxn id="333" idx="0"/>
            <a:endCxn id="127" idx="2"/>
          </p:cNvCxnSpPr>
          <p:nvPr/>
        </p:nvCxnSpPr>
        <p:spPr>
          <a:xfrm flipV="1">
            <a:off x="1724772" y="3004949"/>
            <a:ext cx="170417" cy="112733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Arrow Connector 534">
            <a:extLst>
              <a:ext uri="{FF2B5EF4-FFF2-40B4-BE49-F238E27FC236}">
                <a16:creationId xmlns:a16="http://schemas.microsoft.com/office/drawing/2014/main" id="{D2536B3C-1C99-8F80-FC58-254868BA05F5}"/>
              </a:ext>
            </a:extLst>
          </p:cNvPr>
          <p:cNvCxnSpPr>
            <a:cxnSpLocks/>
            <a:stCxn id="25" idx="3"/>
            <a:endCxn id="13" idx="1"/>
          </p:cNvCxnSpPr>
          <p:nvPr/>
        </p:nvCxnSpPr>
        <p:spPr>
          <a:xfrm flipV="1">
            <a:off x="6125051" y="1897935"/>
            <a:ext cx="383691" cy="4716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25AFAA98-A598-AD2C-02A0-80944F79E414}"/>
              </a:ext>
            </a:extLst>
          </p:cNvPr>
          <p:cNvSpPr/>
          <p:nvPr/>
        </p:nvSpPr>
        <p:spPr>
          <a:xfrm>
            <a:off x="3566463" y="4077198"/>
            <a:ext cx="1983806" cy="28902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IPAddressSegmentSeries</a:t>
            </a:r>
            <a:endParaRPr lang="en-US" sz="14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A878A75-0823-943A-D416-8E3017911196}"/>
              </a:ext>
            </a:extLst>
          </p:cNvPr>
          <p:cNvCxnSpPr>
            <a:cxnSpLocks/>
            <a:stCxn id="189" idx="0"/>
            <a:endCxn id="60" idx="2"/>
          </p:cNvCxnSpPr>
          <p:nvPr/>
        </p:nvCxnSpPr>
        <p:spPr>
          <a:xfrm flipH="1" flipV="1">
            <a:off x="4558366" y="4366219"/>
            <a:ext cx="908931" cy="32990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7B8AA33-E59C-D2F3-AB9A-EE7C3A3224F3}"/>
              </a:ext>
            </a:extLst>
          </p:cNvPr>
          <p:cNvCxnSpPr>
            <a:cxnSpLocks/>
            <a:stCxn id="332" idx="3"/>
            <a:endCxn id="60" idx="1"/>
          </p:cNvCxnSpPr>
          <p:nvPr/>
        </p:nvCxnSpPr>
        <p:spPr>
          <a:xfrm flipV="1">
            <a:off x="1289329" y="4221709"/>
            <a:ext cx="2277134" cy="58052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D63B723-17C4-10F9-36DE-A89FABF8AAA6}"/>
              </a:ext>
            </a:extLst>
          </p:cNvPr>
          <p:cNvCxnSpPr>
            <a:cxnSpLocks/>
            <a:stCxn id="60" idx="0"/>
            <a:endCxn id="25" idx="2"/>
          </p:cNvCxnSpPr>
          <p:nvPr/>
        </p:nvCxnSpPr>
        <p:spPr>
          <a:xfrm flipV="1">
            <a:off x="4558366" y="2088448"/>
            <a:ext cx="622400" cy="198875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C61D7A1-3D3D-F980-864B-B3BF9D0A3AF9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>
          <a:xfrm flipV="1">
            <a:off x="10301971" y="2989611"/>
            <a:ext cx="693559" cy="38028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78" name="Rectangle 977">
            <a:extLst>
              <a:ext uri="{FF2B5EF4-FFF2-40B4-BE49-F238E27FC236}">
                <a16:creationId xmlns:a16="http://schemas.microsoft.com/office/drawing/2014/main" id="{A907C71D-279B-2183-67DF-C4459E321028}"/>
              </a:ext>
            </a:extLst>
          </p:cNvPr>
          <p:cNvSpPr/>
          <p:nvPr/>
        </p:nvSpPr>
        <p:spPr>
          <a:xfrm>
            <a:off x="137348" y="929333"/>
            <a:ext cx="1354086" cy="31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IPAddressRange</a:t>
            </a:r>
            <a:endParaRPr lang="en-US" sz="1400" dirty="0"/>
          </a:p>
        </p:txBody>
      </p:sp>
      <p:cxnSp>
        <p:nvCxnSpPr>
          <p:cNvPr id="1008" name="Straight Arrow Connector 1007">
            <a:extLst>
              <a:ext uri="{FF2B5EF4-FFF2-40B4-BE49-F238E27FC236}">
                <a16:creationId xmlns:a16="http://schemas.microsoft.com/office/drawing/2014/main" id="{3FB85D92-BCD0-0DFD-16CF-B1610E46DFBA}"/>
              </a:ext>
            </a:extLst>
          </p:cNvPr>
          <p:cNvCxnSpPr>
            <a:cxnSpLocks/>
            <a:stCxn id="85" idx="0"/>
            <a:endCxn id="4" idx="2"/>
          </p:cNvCxnSpPr>
          <p:nvPr/>
        </p:nvCxnSpPr>
        <p:spPr>
          <a:xfrm flipH="1" flipV="1">
            <a:off x="7473872" y="443289"/>
            <a:ext cx="3512743" cy="63247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Arrow Connector 848">
            <a:extLst>
              <a:ext uri="{FF2B5EF4-FFF2-40B4-BE49-F238E27FC236}">
                <a16:creationId xmlns:a16="http://schemas.microsoft.com/office/drawing/2014/main" id="{4886C509-0DBA-FE91-490A-D114529FA57D}"/>
              </a:ext>
            </a:extLst>
          </p:cNvPr>
          <p:cNvCxnSpPr>
            <a:cxnSpLocks/>
            <a:stCxn id="332" idx="0"/>
            <a:endCxn id="18" idx="2"/>
          </p:cNvCxnSpPr>
          <p:nvPr/>
        </p:nvCxnSpPr>
        <p:spPr>
          <a:xfrm flipV="1">
            <a:off x="755249" y="3404476"/>
            <a:ext cx="24406" cy="126311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5F35700-8A6B-C984-8DA6-D6D5D91BB884}"/>
              </a:ext>
            </a:extLst>
          </p:cNvPr>
          <p:cNvSpPr/>
          <p:nvPr/>
        </p:nvSpPr>
        <p:spPr>
          <a:xfrm>
            <a:off x="6415774" y="2298804"/>
            <a:ext cx="2081764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StandardDivGroupingType</a:t>
            </a:r>
            <a:endParaRPr lang="en-US" sz="1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085BB33-08E8-E4F2-C454-A23DBF25041F}"/>
              </a:ext>
            </a:extLst>
          </p:cNvPr>
          <p:cNvCxnSpPr>
            <a:cxnSpLocks/>
            <a:stCxn id="5" idx="0"/>
            <a:endCxn id="13" idx="2"/>
          </p:cNvCxnSpPr>
          <p:nvPr/>
        </p:nvCxnSpPr>
        <p:spPr>
          <a:xfrm flipV="1">
            <a:off x="7456656" y="2041285"/>
            <a:ext cx="9949" cy="25751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EB6E9EB-E488-840D-289B-1D55C9216295}"/>
              </a:ext>
            </a:extLst>
          </p:cNvPr>
          <p:cNvSpPr/>
          <p:nvPr/>
        </p:nvSpPr>
        <p:spPr>
          <a:xfrm>
            <a:off x="142928" y="3127686"/>
            <a:ext cx="1273453" cy="27679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IPAddressType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C1CF0E-9FA9-3820-7CDF-BDF6C722A2BE}"/>
              </a:ext>
            </a:extLst>
          </p:cNvPr>
          <p:cNvSpPr/>
          <p:nvPr/>
        </p:nvSpPr>
        <p:spPr>
          <a:xfrm>
            <a:off x="1049826" y="1977750"/>
            <a:ext cx="1201686" cy="24757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AddressType</a:t>
            </a:r>
            <a:endParaRPr lang="en-US" sz="1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CCB67C-D00F-8C7D-97DE-60D1CD6433CA}"/>
              </a:ext>
            </a:extLst>
          </p:cNvPr>
          <p:cNvCxnSpPr>
            <a:cxnSpLocks/>
            <a:stCxn id="18" idx="0"/>
            <a:endCxn id="978" idx="2"/>
          </p:cNvCxnSpPr>
          <p:nvPr/>
        </p:nvCxnSpPr>
        <p:spPr>
          <a:xfrm flipV="1">
            <a:off x="779655" y="1240787"/>
            <a:ext cx="34736" cy="188689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CF7D9F-FF84-8483-D83B-D366133D34FA}"/>
              </a:ext>
            </a:extLst>
          </p:cNvPr>
          <p:cNvCxnSpPr>
            <a:cxnSpLocks/>
            <a:stCxn id="18" idx="0"/>
            <a:endCxn id="19" idx="2"/>
          </p:cNvCxnSpPr>
          <p:nvPr/>
        </p:nvCxnSpPr>
        <p:spPr>
          <a:xfrm flipV="1">
            <a:off x="779655" y="2225328"/>
            <a:ext cx="871014" cy="90235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177261C-6E2D-C3C7-72BB-9298A48E63B1}"/>
              </a:ext>
            </a:extLst>
          </p:cNvPr>
          <p:cNvCxnSpPr>
            <a:cxnSpLocks/>
            <a:stCxn id="127" idx="0"/>
            <a:endCxn id="19" idx="2"/>
          </p:cNvCxnSpPr>
          <p:nvPr/>
        </p:nvCxnSpPr>
        <p:spPr>
          <a:xfrm flipH="1" flipV="1">
            <a:off x="1650669" y="2225328"/>
            <a:ext cx="244520" cy="49601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7" name="Rectangle 996">
            <a:extLst>
              <a:ext uri="{FF2B5EF4-FFF2-40B4-BE49-F238E27FC236}">
                <a16:creationId xmlns:a16="http://schemas.microsoft.com/office/drawing/2014/main" id="{C8618235-41A0-779B-C639-DD21686058D2}"/>
              </a:ext>
            </a:extLst>
          </p:cNvPr>
          <p:cNvSpPr/>
          <p:nvPr/>
        </p:nvSpPr>
        <p:spPr>
          <a:xfrm>
            <a:off x="6319028" y="5108909"/>
            <a:ext cx="2219163" cy="27545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IPv6AddressSegmentSeries</a:t>
            </a:r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D7B4BC52-7865-57C2-12EF-EAF317E918D4}"/>
              </a:ext>
            </a:extLst>
          </p:cNvPr>
          <p:cNvSpPr/>
          <p:nvPr/>
        </p:nvSpPr>
        <p:spPr>
          <a:xfrm>
            <a:off x="2637048" y="5093871"/>
            <a:ext cx="2219163" cy="29577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IPv4AddressSegmentSeries</a:t>
            </a:r>
          </a:p>
        </p:txBody>
      </p:sp>
      <p:cxnSp>
        <p:nvCxnSpPr>
          <p:cNvPr id="1002" name="Straight Arrow Connector 1001">
            <a:extLst>
              <a:ext uri="{FF2B5EF4-FFF2-40B4-BE49-F238E27FC236}">
                <a16:creationId xmlns:a16="http://schemas.microsoft.com/office/drawing/2014/main" id="{7D4DBCE0-43FE-AA1A-5310-632E77670489}"/>
              </a:ext>
            </a:extLst>
          </p:cNvPr>
          <p:cNvCxnSpPr>
            <a:cxnSpLocks/>
            <a:stCxn id="1001" idx="0"/>
            <a:endCxn id="60" idx="2"/>
          </p:cNvCxnSpPr>
          <p:nvPr/>
        </p:nvCxnSpPr>
        <p:spPr>
          <a:xfrm flipV="1">
            <a:off x="3746630" y="4366219"/>
            <a:ext cx="811736" cy="72765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7" name="Straight Arrow Connector 1006">
            <a:extLst>
              <a:ext uri="{FF2B5EF4-FFF2-40B4-BE49-F238E27FC236}">
                <a16:creationId xmlns:a16="http://schemas.microsoft.com/office/drawing/2014/main" id="{5B5C5156-D74F-2A01-7743-A0C5F0751735}"/>
              </a:ext>
            </a:extLst>
          </p:cNvPr>
          <p:cNvCxnSpPr>
            <a:cxnSpLocks/>
            <a:stCxn id="254" idx="0"/>
            <a:endCxn id="1001" idx="2"/>
          </p:cNvCxnSpPr>
          <p:nvPr/>
        </p:nvCxnSpPr>
        <p:spPr>
          <a:xfrm flipH="1" flipV="1">
            <a:off x="3746630" y="5389648"/>
            <a:ext cx="78510" cy="77480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3" name="Straight Arrow Connector 1012">
            <a:extLst>
              <a:ext uri="{FF2B5EF4-FFF2-40B4-BE49-F238E27FC236}">
                <a16:creationId xmlns:a16="http://schemas.microsoft.com/office/drawing/2014/main" id="{9266A960-79EE-37C4-3C57-EF5E43D96D7A}"/>
              </a:ext>
            </a:extLst>
          </p:cNvPr>
          <p:cNvCxnSpPr>
            <a:cxnSpLocks/>
            <a:stCxn id="255" idx="0"/>
            <a:endCxn id="997" idx="2"/>
          </p:cNvCxnSpPr>
          <p:nvPr/>
        </p:nvCxnSpPr>
        <p:spPr>
          <a:xfrm flipV="1">
            <a:off x="6036230" y="5384368"/>
            <a:ext cx="1392380" cy="78008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8" name="Straight Arrow Connector 1017">
            <a:extLst>
              <a:ext uri="{FF2B5EF4-FFF2-40B4-BE49-F238E27FC236}">
                <a16:creationId xmlns:a16="http://schemas.microsoft.com/office/drawing/2014/main" id="{8F3CE2E1-60F3-6441-526D-AF2AFF8381BB}"/>
              </a:ext>
            </a:extLst>
          </p:cNvPr>
          <p:cNvCxnSpPr>
            <a:cxnSpLocks/>
            <a:stCxn id="335" idx="0"/>
            <a:endCxn id="997" idx="1"/>
          </p:cNvCxnSpPr>
          <p:nvPr/>
        </p:nvCxnSpPr>
        <p:spPr>
          <a:xfrm flipV="1">
            <a:off x="1713472" y="5246639"/>
            <a:ext cx="4605556" cy="98575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21" name="Straight Arrow Connector 1020">
            <a:extLst>
              <a:ext uri="{FF2B5EF4-FFF2-40B4-BE49-F238E27FC236}">
                <a16:creationId xmlns:a16="http://schemas.microsoft.com/office/drawing/2014/main" id="{CC99E5D2-A85A-750B-97EC-74E50B2F047D}"/>
              </a:ext>
            </a:extLst>
          </p:cNvPr>
          <p:cNvCxnSpPr>
            <a:cxnSpLocks/>
            <a:stCxn id="334" idx="0"/>
            <a:endCxn id="1001" idx="1"/>
          </p:cNvCxnSpPr>
          <p:nvPr/>
        </p:nvCxnSpPr>
        <p:spPr>
          <a:xfrm flipV="1">
            <a:off x="742420" y="5241760"/>
            <a:ext cx="1894628" cy="60422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29" name="Rectangle 528">
            <a:extLst>
              <a:ext uri="{FF2B5EF4-FFF2-40B4-BE49-F238E27FC236}">
                <a16:creationId xmlns:a16="http://schemas.microsoft.com/office/drawing/2014/main" id="{A4287F63-10A9-37BC-E5B4-65F0B6E7D51B}"/>
              </a:ext>
            </a:extLst>
          </p:cNvPr>
          <p:cNvSpPr/>
          <p:nvPr/>
        </p:nvSpPr>
        <p:spPr>
          <a:xfrm>
            <a:off x="2561366" y="2576549"/>
            <a:ext cx="2254828" cy="3252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MACAddressSegmentSeries</a:t>
            </a:r>
            <a:endParaRPr lang="en-US" sz="1400" dirty="0"/>
          </a:p>
        </p:txBody>
      </p:sp>
      <p:cxnSp>
        <p:nvCxnSpPr>
          <p:cNvPr id="530" name="Straight Arrow Connector 529">
            <a:extLst>
              <a:ext uri="{FF2B5EF4-FFF2-40B4-BE49-F238E27FC236}">
                <a16:creationId xmlns:a16="http://schemas.microsoft.com/office/drawing/2014/main" id="{D8568F2C-A1D8-B73A-EE4F-A7EB083E4ED2}"/>
              </a:ext>
            </a:extLst>
          </p:cNvPr>
          <p:cNvCxnSpPr>
            <a:cxnSpLocks/>
            <a:stCxn id="529" idx="0"/>
            <a:endCxn id="25" idx="2"/>
          </p:cNvCxnSpPr>
          <p:nvPr/>
        </p:nvCxnSpPr>
        <p:spPr>
          <a:xfrm flipV="1">
            <a:off x="3688780" y="2088448"/>
            <a:ext cx="1491986" cy="488101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Arrow Connector 537">
            <a:extLst>
              <a:ext uri="{FF2B5EF4-FFF2-40B4-BE49-F238E27FC236}">
                <a16:creationId xmlns:a16="http://schemas.microsoft.com/office/drawing/2014/main" id="{8537F01D-B5FB-9145-0B55-CA926AFFEF99}"/>
              </a:ext>
            </a:extLst>
          </p:cNvPr>
          <p:cNvCxnSpPr>
            <a:cxnSpLocks/>
            <a:stCxn id="333" idx="0"/>
            <a:endCxn id="529" idx="2"/>
          </p:cNvCxnSpPr>
          <p:nvPr/>
        </p:nvCxnSpPr>
        <p:spPr>
          <a:xfrm flipV="1">
            <a:off x="1724772" y="2901809"/>
            <a:ext cx="1964008" cy="123047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570E4DA5-AA24-9F15-3180-7B86A4D3761A}"/>
              </a:ext>
            </a:extLst>
          </p:cNvPr>
          <p:cNvSpPr/>
          <p:nvPr/>
        </p:nvSpPr>
        <p:spPr>
          <a:xfrm>
            <a:off x="10085882" y="2091068"/>
            <a:ext cx="1819297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StandardDivisionType</a:t>
            </a:r>
            <a:endParaRPr lang="en-US" sz="14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1895DB2-60A8-0FD3-58FB-2EA27A8AC6CC}"/>
              </a:ext>
            </a:extLst>
          </p:cNvPr>
          <p:cNvSpPr/>
          <p:nvPr/>
        </p:nvSpPr>
        <p:spPr>
          <a:xfrm>
            <a:off x="10402887" y="1075767"/>
            <a:ext cx="1167455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DivisionType</a:t>
            </a:r>
            <a:endParaRPr lang="en-US" sz="14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25E8D22-519F-32F3-157F-ADF15AE1538D}"/>
              </a:ext>
            </a:extLst>
          </p:cNvPr>
          <p:cNvCxnSpPr>
            <a:cxnSpLocks/>
            <a:stCxn id="66" idx="0"/>
            <a:endCxn id="85" idx="2"/>
          </p:cNvCxnSpPr>
          <p:nvPr/>
        </p:nvCxnSpPr>
        <p:spPr>
          <a:xfrm flipH="1" flipV="1">
            <a:off x="10986615" y="1389855"/>
            <a:ext cx="8916" cy="70121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1" name="Rectangle 580">
            <a:extLst>
              <a:ext uri="{FF2B5EF4-FFF2-40B4-BE49-F238E27FC236}">
                <a16:creationId xmlns:a16="http://schemas.microsoft.com/office/drawing/2014/main" id="{6FBC3BAE-A944-8F37-8886-CE3BBD4495CE}"/>
              </a:ext>
            </a:extLst>
          </p:cNvPr>
          <p:cNvSpPr/>
          <p:nvPr/>
        </p:nvSpPr>
        <p:spPr>
          <a:xfrm>
            <a:off x="8878349" y="1607899"/>
            <a:ext cx="1819297" cy="31408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AddressSegmentType</a:t>
            </a:r>
            <a:endParaRPr lang="en-US" sz="1400" dirty="0"/>
          </a:p>
        </p:txBody>
      </p:sp>
      <p:cxnSp>
        <p:nvCxnSpPr>
          <p:cNvPr id="610" name="Straight Arrow Connector 609">
            <a:extLst>
              <a:ext uri="{FF2B5EF4-FFF2-40B4-BE49-F238E27FC236}">
                <a16:creationId xmlns:a16="http://schemas.microsoft.com/office/drawing/2014/main" id="{DA02CA05-0818-7AE7-360D-77A220425405}"/>
              </a:ext>
            </a:extLst>
          </p:cNvPr>
          <p:cNvCxnSpPr>
            <a:cxnSpLocks/>
            <a:stCxn id="11" idx="0"/>
            <a:endCxn id="581" idx="2"/>
          </p:cNvCxnSpPr>
          <p:nvPr/>
        </p:nvCxnSpPr>
        <p:spPr>
          <a:xfrm flipH="1" flipV="1">
            <a:off x="9787998" y="1921987"/>
            <a:ext cx="513973" cy="144790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048F8200-D40E-B835-FCC7-FE6748A86A43}"/>
              </a:ext>
            </a:extLst>
          </p:cNvPr>
          <p:cNvCxnSpPr>
            <a:cxnSpLocks/>
            <a:stCxn id="203" idx="0"/>
            <a:endCxn id="529" idx="2"/>
          </p:cNvCxnSpPr>
          <p:nvPr/>
        </p:nvCxnSpPr>
        <p:spPr>
          <a:xfrm flipH="1" flipV="1">
            <a:off x="3688780" y="2901809"/>
            <a:ext cx="8230" cy="60833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16" name="Rectangle 1115">
            <a:extLst>
              <a:ext uri="{FF2B5EF4-FFF2-40B4-BE49-F238E27FC236}">
                <a16:creationId xmlns:a16="http://schemas.microsoft.com/office/drawing/2014/main" id="{8E881EEC-7633-1C0C-AEEF-108B3317C72C}"/>
              </a:ext>
            </a:extLst>
          </p:cNvPr>
          <p:cNvSpPr/>
          <p:nvPr/>
        </p:nvSpPr>
        <p:spPr>
          <a:xfrm>
            <a:off x="5383423" y="2844991"/>
            <a:ext cx="1644440" cy="3199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AddressSectionType</a:t>
            </a:r>
            <a:endParaRPr lang="en-US" sz="1400" dirty="0"/>
          </a:p>
        </p:txBody>
      </p:sp>
      <p:cxnSp>
        <p:nvCxnSpPr>
          <p:cNvPr id="1132" name="Straight Arrow Connector 1131">
            <a:extLst>
              <a:ext uri="{FF2B5EF4-FFF2-40B4-BE49-F238E27FC236}">
                <a16:creationId xmlns:a16="http://schemas.microsoft.com/office/drawing/2014/main" id="{C161A59C-C6AB-5D82-68BF-1B3FAD246984}"/>
              </a:ext>
            </a:extLst>
          </p:cNvPr>
          <p:cNvCxnSpPr>
            <a:cxnSpLocks/>
            <a:stCxn id="12" idx="0"/>
            <a:endCxn id="1116" idx="2"/>
          </p:cNvCxnSpPr>
          <p:nvPr/>
        </p:nvCxnSpPr>
        <p:spPr>
          <a:xfrm flipV="1">
            <a:off x="6164104" y="3164905"/>
            <a:ext cx="41539" cy="27169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3" name="Straight Arrow Connector 1132">
            <a:extLst>
              <a:ext uri="{FF2B5EF4-FFF2-40B4-BE49-F238E27FC236}">
                <a16:creationId xmlns:a16="http://schemas.microsoft.com/office/drawing/2014/main" id="{7DF1B033-6233-AC58-E057-095ACFA4EB64}"/>
              </a:ext>
            </a:extLst>
          </p:cNvPr>
          <p:cNvCxnSpPr>
            <a:cxnSpLocks/>
            <a:stCxn id="1116" idx="3"/>
            <a:endCxn id="5" idx="2"/>
          </p:cNvCxnSpPr>
          <p:nvPr/>
        </p:nvCxnSpPr>
        <p:spPr>
          <a:xfrm flipV="1">
            <a:off x="7027863" y="2612892"/>
            <a:ext cx="428793" cy="39205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192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7FAF-DFD8-CF5A-0868-6DE29227C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FAC9F8A2-CB6D-EBCD-B2C0-FCC7D5567BE8}"/>
              </a:ext>
            </a:extLst>
          </p:cNvPr>
          <p:cNvSpPr/>
          <p:nvPr/>
        </p:nvSpPr>
        <p:spPr>
          <a:xfrm>
            <a:off x="6235086" y="1253746"/>
            <a:ext cx="3440348" cy="515027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IP Address Sequential Ranges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BF7E1F16-16D6-BA5C-6DE2-A18817429A07}"/>
              </a:ext>
            </a:extLst>
          </p:cNvPr>
          <p:cNvSpPr/>
          <p:nvPr/>
        </p:nvSpPr>
        <p:spPr>
          <a:xfrm>
            <a:off x="9779225" y="2151939"/>
            <a:ext cx="2239977" cy="42520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IP Address  Subnets</a:t>
            </a:r>
          </a:p>
          <a:p>
            <a:pPr algn="ctr"/>
            <a:r>
              <a:rPr lang="en-US" sz="3200" dirty="0"/>
              <a:t>                                     </a:t>
            </a:r>
            <a:endParaRPr lang="en-US" sz="5400" dirty="0"/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DE518862-DA22-16A1-087F-264172866CC9}"/>
              </a:ext>
            </a:extLst>
          </p:cNvPr>
          <p:cNvSpPr/>
          <p:nvPr/>
        </p:nvSpPr>
        <p:spPr>
          <a:xfrm>
            <a:off x="257399" y="1066788"/>
            <a:ext cx="5872585" cy="535295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IP Address Collections</a:t>
            </a:r>
          </a:p>
          <a:p>
            <a:pPr algn="ctr"/>
            <a:r>
              <a:rPr lang="en-US" sz="3200" dirty="0"/>
              <a:t>                                      </a:t>
            </a:r>
            <a:endParaRPr lang="en-US" sz="5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4DA567-7BB0-DBFA-6106-D14E7B6E33C8}"/>
              </a:ext>
            </a:extLst>
          </p:cNvPr>
          <p:cNvSpPr/>
          <p:nvPr/>
        </p:nvSpPr>
        <p:spPr>
          <a:xfrm>
            <a:off x="5985881" y="143446"/>
            <a:ext cx="1820092" cy="27894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IPAddressAggregation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5DEBAF-F957-2517-68AD-6C8B44A57A29}"/>
              </a:ext>
            </a:extLst>
          </p:cNvPr>
          <p:cNvSpPr/>
          <p:nvPr/>
        </p:nvSpPr>
        <p:spPr>
          <a:xfrm>
            <a:off x="324686" y="4949578"/>
            <a:ext cx="3698674" cy="2911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ContainmentTrie</a:t>
            </a:r>
            <a:r>
              <a:rPr lang="en-US" sz="1400" dirty="0"/>
              <a:t>[</a:t>
            </a:r>
            <a:r>
              <a:rPr lang="en-US" sz="1400" dirty="0" err="1"/>
              <a:t>IPAddressTypeConstraint</a:t>
            </a:r>
            <a:r>
              <a:rPr lang="en-US" sz="1400" dirty="0"/>
              <a:t>]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CDA2BB-EC92-03F2-BF1B-95D41E2DD0FD}"/>
              </a:ext>
            </a:extLst>
          </p:cNvPr>
          <p:cNvCxnSpPr>
            <a:cxnSpLocks/>
            <a:stCxn id="16" idx="0"/>
            <a:endCxn id="4" idx="2"/>
          </p:cNvCxnSpPr>
          <p:nvPr/>
        </p:nvCxnSpPr>
        <p:spPr>
          <a:xfrm flipV="1">
            <a:off x="5044855" y="422392"/>
            <a:ext cx="1851072" cy="196135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4D79E72-713A-32CF-A45C-B4F315208800}"/>
              </a:ext>
            </a:extLst>
          </p:cNvPr>
          <p:cNvCxnSpPr>
            <a:cxnSpLocks/>
            <a:stCxn id="25" idx="0"/>
            <a:endCxn id="23" idx="2"/>
          </p:cNvCxnSpPr>
          <p:nvPr/>
        </p:nvCxnSpPr>
        <p:spPr>
          <a:xfrm flipV="1">
            <a:off x="2174023" y="4371839"/>
            <a:ext cx="1784234" cy="577739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3" name="Rectangle 202">
            <a:extLst>
              <a:ext uri="{FF2B5EF4-FFF2-40B4-BE49-F238E27FC236}">
                <a16:creationId xmlns:a16="http://schemas.microsoft.com/office/drawing/2014/main" id="{6D470EA9-8BF8-05E4-54E5-BF3211A07BC3}"/>
              </a:ext>
            </a:extLst>
          </p:cNvPr>
          <p:cNvSpPr/>
          <p:nvPr/>
        </p:nvSpPr>
        <p:spPr>
          <a:xfrm>
            <a:off x="2516566" y="5791212"/>
            <a:ext cx="3556574" cy="2883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SequentialRangeList</a:t>
            </a:r>
            <a:r>
              <a:rPr lang="en-US" sz="1400" dirty="0"/>
              <a:t>[</a:t>
            </a:r>
            <a:r>
              <a:rPr lang="en-US" sz="1400" dirty="0" err="1"/>
              <a:t>IPAddressTypeConstraint</a:t>
            </a:r>
            <a:r>
              <a:rPr lang="en-US" sz="1400" dirty="0"/>
              <a:t>]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D70B1F9-359F-ABFD-9744-90A2D4FEED36}"/>
              </a:ext>
            </a:extLst>
          </p:cNvPr>
          <p:cNvCxnSpPr>
            <a:cxnSpLocks/>
            <a:stCxn id="203" idx="0"/>
            <a:endCxn id="23" idx="2"/>
          </p:cNvCxnSpPr>
          <p:nvPr/>
        </p:nvCxnSpPr>
        <p:spPr>
          <a:xfrm flipH="1" flipV="1">
            <a:off x="3958257" y="4371839"/>
            <a:ext cx="336596" cy="141937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2" name="Rectangle 331">
            <a:extLst>
              <a:ext uri="{FF2B5EF4-FFF2-40B4-BE49-F238E27FC236}">
                <a16:creationId xmlns:a16="http://schemas.microsoft.com/office/drawing/2014/main" id="{F1DCD5C1-2D07-EF64-EEBA-15BCB316A85C}"/>
              </a:ext>
            </a:extLst>
          </p:cNvPr>
          <p:cNvSpPr/>
          <p:nvPr/>
        </p:nvSpPr>
        <p:spPr>
          <a:xfrm>
            <a:off x="10329644" y="4642472"/>
            <a:ext cx="1102449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</a:t>
            </a:r>
            <a:endParaRPr lang="en-US" sz="14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AEAD136F-FC0A-A415-2F7C-C820515BA0B9}"/>
              </a:ext>
            </a:extLst>
          </p:cNvPr>
          <p:cNvSpPr/>
          <p:nvPr/>
        </p:nvSpPr>
        <p:spPr>
          <a:xfrm>
            <a:off x="9862274" y="5411297"/>
            <a:ext cx="1128402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IPv4Address</a:t>
            </a: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BE7881FF-F66D-A9CC-6A13-344EF13AFACE}"/>
              </a:ext>
            </a:extLst>
          </p:cNvPr>
          <p:cNvSpPr/>
          <p:nvPr/>
        </p:nvSpPr>
        <p:spPr>
          <a:xfrm>
            <a:off x="10806199" y="6057129"/>
            <a:ext cx="1128402" cy="26928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IPv6Address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638246A7-F45F-0102-78F3-FABF5DF65C63}"/>
              </a:ext>
            </a:extLst>
          </p:cNvPr>
          <p:cNvCxnSpPr>
            <a:cxnSpLocks/>
            <a:stCxn id="334" idx="0"/>
            <a:endCxn id="332" idx="2"/>
          </p:cNvCxnSpPr>
          <p:nvPr/>
        </p:nvCxnSpPr>
        <p:spPr>
          <a:xfrm flipV="1">
            <a:off x="10426475" y="4911753"/>
            <a:ext cx="454394" cy="49954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02B68E5B-EB6F-FEBE-DFA5-4E9923479AB6}"/>
              </a:ext>
            </a:extLst>
          </p:cNvPr>
          <p:cNvCxnSpPr>
            <a:cxnSpLocks/>
            <a:stCxn id="335" idx="0"/>
            <a:endCxn id="332" idx="2"/>
          </p:cNvCxnSpPr>
          <p:nvPr/>
        </p:nvCxnSpPr>
        <p:spPr>
          <a:xfrm flipH="1" flipV="1">
            <a:off x="10880869" y="4911753"/>
            <a:ext cx="489531" cy="114537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6464FAE8-4AB3-5592-D97E-F72A3829021B}"/>
              </a:ext>
            </a:extLst>
          </p:cNvPr>
          <p:cNvSpPr/>
          <p:nvPr/>
        </p:nvSpPr>
        <p:spPr>
          <a:xfrm>
            <a:off x="1868261" y="3361561"/>
            <a:ext cx="4179992" cy="27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IPAddressCollAddrConstraint</a:t>
            </a:r>
            <a:r>
              <a:rPr lang="en-US" sz="1400" dirty="0"/>
              <a:t>[</a:t>
            </a:r>
            <a:r>
              <a:rPr lang="en-US" sz="1400" dirty="0" err="1"/>
              <a:t>IPAddressTypeConstraint</a:t>
            </a:r>
            <a:r>
              <a:rPr lang="en-US" sz="1400" dirty="0"/>
              <a:t>]</a:t>
            </a:r>
          </a:p>
        </p:txBody>
      </p:sp>
      <p:sp>
        <p:nvSpPr>
          <p:cNvPr id="978" name="Rectangle 977">
            <a:extLst>
              <a:ext uri="{FF2B5EF4-FFF2-40B4-BE49-F238E27FC236}">
                <a16:creationId xmlns:a16="http://schemas.microsoft.com/office/drawing/2014/main" id="{1B4163B6-CDF1-610E-BE12-833183468F51}"/>
              </a:ext>
            </a:extLst>
          </p:cNvPr>
          <p:cNvSpPr/>
          <p:nvPr/>
        </p:nvSpPr>
        <p:spPr>
          <a:xfrm>
            <a:off x="7701925" y="693493"/>
            <a:ext cx="1406757" cy="31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IPAddressRange</a:t>
            </a:r>
            <a:endParaRPr lang="en-US" sz="1400" dirty="0"/>
          </a:p>
        </p:txBody>
      </p:sp>
      <p:cxnSp>
        <p:nvCxnSpPr>
          <p:cNvPr id="849" name="Straight Arrow Connector 848">
            <a:extLst>
              <a:ext uri="{FF2B5EF4-FFF2-40B4-BE49-F238E27FC236}">
                <a16:creationId xmlns:a16="http://schemas.microsoft.com/office/drawing/2014/main" id="{0707EF7D-BF21-CBA5-8949-252C5F99314D}"/>
              </a:ext>
            </a:extLst>
          </p:cNvPr>
          <p:cNvCxnSpPr>
            <a:cxnSpLocks/>
            <a:stCxn id="332" idx="0"/>
            <a:endCxn id="99" idx="2"/>
          </p:cNvCxnSpPr>
          <p:nvPr/>
        </p:nvCxnSpPr>
        <p:spPr>
          <a:xfrm flipV="1">
            <a:off x="10880869" y="4256884"/>
            <a:ext cx="1" cy="385588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8" name="Rectangle 997">
            <a:extLst>
              <a:ext uri="{FF2B5EF4-FFF2-40B4-BE49-F238E27FC236}">
                <a16:creationId xmlns:a16="http://schemas.microsoft.com/office/drawing/2014/main" id="{B0C617BA-1FDE-B00E-DDD1-6CD59A243D17}"/>
              </a:ext>
            </a:extLst>
          </p:cNvPr>
          <p:cNvSpPr/>
          <p:nvPr/>
        </p:nvSpPr>
        <p:spPr>
          <a:xfrm>
            <a:off x="6291930" y="3598666"/>
            <a:ext cx="3306073" cy="26469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SequentialRange[</a:t>
            </a:r>
            <a:r>
              <a:rPr lang="en-US" sz="1400" dirty="0" err="1"/>
              <a:t>IPAddressTypeConstraint</a:t>
            </a:r>
            <a:r>
              <a:rPr lang="en-US" sz="1400" dirty="0"/>
              <a:t>]</a:t>
            </a:r>
          </a:p>
        </p:txBody>
      </p:sp>
      <p:cxnSp>
        <p:nvCxnSpPr>
          <p:cNvPr id="1003" name="Straight Arrow Connector 1002">
            <a:extLst>
              <a:ext uri="{FF2B5EF4-FFF2-40B4-BE49-F238E27FC236}">
                <a16:creationId xmlns:a16="http://schemas.microsoft.com/office/drawing/2014/main" id="{A2459840-B3DD-F37F-E819-2232D7536709}"/>
              </a:ext>
            </a:extLst>
          </p:cNvPr>
          <p:cNvCxnSpPr>
            <a:cxnSpLocks/>
            <a:stCxn id="105" idx="0"/>
            <a:endCxn id="978" idx="2"/>
          </p:cNvCxnSpPr>
          <p:nvPr/>
        </p:nvCxnSpPr>
        <p:spPr>
          <a:xfrm flipV="1">
            <a:off x="8401139" y="1004947"/>
            <a:ext cx="4165" cy="820493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DDD8566-26CE-81FB-BBD1-B0FE77C8933D}"/>
              </a:ext>
            </a:extLst>
          </p:cNvPr>
          <p:cNvSpPr/>
          <p:nvPr/>
        </p:nvSpPr>
        <p:spPr>
          <a:xfrm>
            <a:off x="4238857" y="2383747"/>
            <a:ext cx="1611995" cy="27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IPAddressCollection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055638-EBE3-D070-830F-13EA0DEFBAF5}"/>
              </a:ext>
            </a:extLst>
          </p:cNvPr>
          <p:cNvSpPr/>
          <p:nvPr/>
        </p:nvSpPr>
        <p:spPr>
          <a:xfrm>
            <a:off x="1899685" y="4100385"/>
            <a:ext cx="4117144" cy="27145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IPAddressCollConstraint</a:t>
            </a:r>
            <a:r>
              <a:rPr lang="en-US" sz="1400" dirty="0"/>
              <a:t>[</a:t>
            </a:r>
            <a:r>
              <a:rPr lang="en-US" sz="1400" dirty="0" err="1"/>
              <a:t>IPAddressCollAddrConstraint</a:t>
            </a:r>
            <a:r>
              <a:rPr lang="en-US" sz="1400" dirty="0"/>
              <a:t>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1CC9112-B421-7217-740E-F2D9FA03D624}"/>
              </a:ext>
            </a:extLst>
          </p:cNvPr>
          <p:cNvCxnSpPr>
            <a:cxnSpLocks/>
            <a:stCxn id="23" idx="0"/>
            <a:endCxn id="33" idx="2"/>
          </p:cNvCxnSpPr>
          <p:nvPr/>
        </p:nvCxnSpPr>
        <p:spPr>
          <a:xfrm flipV="1">
            <a:off x="3958257" y="3633015"/>
            <a:ext cx="0" cy="46737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E19C60-8073-E0B8-6F18-21C3EFF7DE1F}"/>
              </a:ext>
            </a:extLst>
          </p:cNvPr>
          <p:cNvCxnSpPr>
            <a:cxnSpLocks/>
            <a:stCxn id="33" idx="0"/>
            <a:endCxn id="16" idx="2"/>
          </p:cNvCxnSpPr>
          <p:nvPr/>
        </p:nvCxnSpPr>
        <p:spPr>
          <a:xfrm flipV="1">
            <a:off x="3958257" y="2655201"/>
            <a:ext cx="1086598" cy="70636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5742EB8-7FA7-5DB6-E708-C4D146A5A3AF}"/>
              </a:ext>
            </a:extLst>
          </p:cNvPr>
          <p:cNvSpPr/>
          <p:nvPr/>
        </p:nvSpPr>
        <p:spPr>
          <a:xfrm>
            <a:off x="1759218" y="604623"/>
            <a:ext cx="4414739" cy="27894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IPAddressAggregationConstraint</a:t>
            </a:r>
            <a:r>
              <a:rPr lang="en-US" sz="1400" dirty="0"/>
              <a:t>[</a:t>
            </a:r>
            <a:r>
              <a:rPr lang="en-US" sz="1400" dirty="0" err="1"/>
              <a:t>IPAddressTypeConstraint</a:t>
            </a:r>
            <a:r>
              <a:rPr lang="en-US" sz="1400" dirty="0"/>
              <a:t>]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53903B4-F880-C486-F407-9A45FFFE16D4}"/>
              </a:ext>
            </a:extLst>
          </p:cNvPr>
          <p:cNvCxnSpPr>
            <a:cxnSpLocks/>
            <a:stCxn id="33" idx="0"/>
            <a:endCxn id="49" idx="2"/>
          </p:cNvCxnSpPr>
          <p:nvPr/>
        </p:nvCxnSpPr>
        <p:spPr>
          <a:xfrm flipV="1">
            <a:off x="3958257" y="883569"/>
            <a:ext cx="8331" cy="2477992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C82F04B-DDC4-5199-4627-79AD94873029}"/>
              </a:ext>
            </a:extLst>
          </p:cNvPr>
          <p:cNvCxnSpPr>
            <a:cxnSpLocks/>
            <a:stCxn id="49" idx="0"/>
            <a:endCxn id="4" idx="1"/>
          </p:cNvCxnSpPr>
          <p:nvPr/>
        </p:nvCxnSpPr>
        <p:spPr>
          <a:xfrm flipV="1">
            <a:off x="3966588" y="282919"/>
            <a:ext cx="2019293" cy="32170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F4252655-6294-B62F-52C2-D947C86C42C3}"/>
              </a:ext>
            </a:extLst>
          </p:cNvPr>
          <p:cNvSpPr/>
          <p:nvPr/>
        </p:nvSpPr>
        <p:spPr>
          <a:xfrm>
            <a:off x="10233127" y="2664787"/>
            <a:ext cx="1273453" cy="27679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IPAddressType</a:t>
            </a:r>
            <a:endParaRPr lang="en-US" sz="14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F9E8D4-D7EE-24FB-841A-7676CBC15F10}"/>
              </a:ext>
            </a:extLst>
          </p:cNvPr>
          <p:cNvCxnSpPr>
            <a:cxnSpLocks/>
            <a:stCxn id="89" idx="0"/>
            <a:endCxn id="978" idx="2"/>
          </p:cNvCxnSpPr>
          <p:nvPr/>
        </p:nvCxnSpPr>
        <p:spPr>
          <a:xfrm flipH="1" flipV="1">
            <a:off x="8405304" y="1004947"/>
            <a:ext cx="2464550" cy="1659840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B07E9CEE-0B37-945B-F69C-750531AB0CD6}"/>
              </a:ext>
            </a:extLst>
          </p:cNvPr>
          <p:cNvSpPr/>
          <p:nvPr/>
        </p:nvSpPr>
        <p:spPr>
          <a:xfrm>
            <a:off x="9827138" y="3980094"/>
            <a:ext cx="2107463" cy="27679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IPAddressTypeConstraint</a:t>
            </a:r>
            <a:r>
              <a:rPr lang="en-US" sz="1400" dirty="0"/>
              <a:t>[]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42D1DA2-651F-9DED-C29B-6FAAD8F8585A}"/>
              </a:ext>
            </a:extLst>
          </p:cNvPr>
          <p:cNvSpPr/>
          <p:nvPr/>
        </p:nvSpPr>
        <p:spPr>
          <a:xfrm>
            <a:off x="7396912" y="1825440"/>
            <a:ext cx="2008453" cy="27679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IPAddressSeqRangeType</a:t>
            </a:r>
            <a:endParaRPr lang="en-US" sz="1400" dirty="0"/>
          </a:p>
        </p:txBody>
      </p:sp>
      <p:cxnSp>
        <p:nvCxnSpPr>
          <p:cNvPr id="984" name="Straight Arrow Connector 983">
            <a:extLst>
              <a:ext uri="{FF2B5EF4-FFF2-40B4-BE49-F238E27FC236}">
                <a16:creationId xmlns:a16="http://schemas.microsoft.com/office/drawing/2014/main" id="{7A47940F-A06E-22BF-FEE7-C563F47365C6}"/>
              </a:ext>
            </a:extLst>
          </p:cNvPr>
          <p:cNvCxnSpPr>
            <a:cxnSpLocks/>
            <a:stCxn id="99" idx="0"/>
            <a:endCxn id="89" idx="2"/>
          </p:cNvCxnSpPr>
          <p:nvPr/>
        </p:nvCxnSpPr>
        <p:spPr>
          <a:xfrm flipH="1" flipV="1">
            <a:off x="10869854" y="2941577"/>
            <a:ext cx="11016" cy="103851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7" name="Straight Arrow Connector 986">
            <a:extLst>
              <a:ext uri="{FF2B5EF4-FFF2-40B4-BE49-F238E27FC236}">
                <a16:creationId xmlns:a16="http://schemas.microsoft.com/office/drawing/2014/main" id="{0CDD9FD8-DACF-30BA-D3F0-C677456C2EC6}"/>
              </a:ext>
            </a:extLst>
          </p:cNvPr>
          <p:cNvCxnSpPr>
            <a:cxnSpLocks/>
            <a:stCxn id="978" idx="0"/>
            <a:endCxn id="4" idx="3"/>
          </p:cNvCxnSpPr>
          <p:nvPr/>
        </p:nvCxnSpPr>
        <p:spPr>
          <a:xfrm flipH="1" flipV="1">
            <a:off x="7805973" y="282919"/>
            <a:ext cx="599331" cy="410574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50261668-1F82-1051-37EF-81B44658EACF}"/>
              </a:ext>
            </a:extLst>
          </p:cNvPr>
          <p:cNvCxnSpPr>
            <a:cxnSpLocks/>
            <a:stCxn id="998" idx="0"/>
            <a:endCxn id="105" idx="2"/>
          </p:cNvCxnSpPr>
          <p:nvPr/>
        </p:nvCxnSpPr>
        <p:spPr>
          <a:xfrm flipV="1">
            <a:off x="7944967" y="2102230"/>
            <a:ext cx="456172" cy="1496436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43BBEF9A-5847-0222-EF45-8B1898B4C3BD}"/>
              </a:ext>
            </a:extLst>
          </p:cNvPr>
          <p:cNvCxnSpPr>
            <a:cxnSpLocks/>
            <a:stCxn id="998" idx="0"/>
            <a:endCxn id="49" idx="2"/>
          </p:cNvCxnSpPr>
          <p:nvPr/>
        </p:nvCxnSpPr>
        <p:spPr>
          <a:xfrm flipH="1" flipV="1">
            <a:off x="3966588" y="883569"/>
            <a:ext cx="3978379" cy="2715097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239AC92-A24D-D05B-36E2-8059941D3205}"/>
              </a:ext>
            </a:extLst>
          </p:cNvPr>
          <p:cNvCxnSpPr>
            <a:cxnSpLocks/>
            <a:stCxn id="99" idx="0"/>
            <a:endCxn id="49" idx="2"/>
          </p:cNvCxnSpPr>
          <p:nvPr/>
        </p:nvCxnSpPr>
        <p:spPr>
          <a:xfrm flipH="1" flipV="1">
            <a:off x="3966588" y="883569"/>
            <a:ext cx="6914282" cy="3096525"/>
          </a:xfrm>
          <a:prstGeom prst="straightConnector1">
            <a:avLst/>
          </a:prstGeom>
          <a:ln w="44450" cap="flat">
            <a:solidFill>
              <a:schemeClr val="tx1"/>
            </a:solidFill>
            <a:miter lim="800000"/>
            <a:headEnd w="lg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840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4445</TotalTime>
  <Words>314</Words>
  <Application>Microsoft Macintosh PowerPoint</Application>
  <PresentationFormat>Widescreen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Examples  IPv4: 0.0.255.255 IPv6: fe80:0:0:0:204:61ff:aaab:bbbb MAC: aa-bb-cc-dd-ee-ff</vt:lpstr>
      <vt:lpstr>PowerPoint Presentation</vt:lpstr>
      <vt:lpstr>Examples  IPv4: 0.0.65535 IPv6 with IPv4 embedded: fe80:0:0:0:204:61ff:254.157.241.86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SEAN FOLEY</dc:creator>
  <cp:lastModifiedBy>SEAN FOLEY</cp:lastModifiedBy>
  <cp:revision>109</cp:revision>
  <dcterms:created xsi:type="dcterms:W3CDTF">2017-06-09T02:27:16Z</dcterms:created>
  <dcterms:modified xsi:type="dcterms:W3CDTF">2026-09-07T23:16:33Z</dcterms:modified>
</cp:coreProperties>
</file>